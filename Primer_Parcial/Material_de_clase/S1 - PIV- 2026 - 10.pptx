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0"/>
  </p:notesMasterIdLst>
  <p:sldIdLst>
    <p:sldId id="284" r:id="rId2"/>
    <p:sldId id="471" r:id="rId3"/>
    <p:sldId id="472" r:id="rId4"/>
    <p:sldId id="1960" r:id="rId5"/>
    <p:sldId id="1890" r:id="rId6"/>
    <p:sldId id="1959" r:id="rId7"/>
    <p:sldId id="1891" r:id="rId8"/>
    <p:sldId id="1953" r:id="rId9"/>
    <p:sldId id="1962" r:id="rId10"/>
    <p:sldId id="1961" r:id="rId11"/>
    <p:sldId id="1946" r:id="rId12"/>
    <p:sldId id="1906" r:id="rId13"/>
    <p:sldId id="1964" r:id="rId14"/>
    <p:sldId id="1965" r:id="rId15"/>
    <p:sldId id="1966" r:id="rId16"/>
    <p:sldId id="1970" r:id="rId17"/>
    <p:sldId id="1967" r:id="rId18"/>
    <p:sldId id="1971" r:id="rId19"/>
    <p:sldId id="1968" r:id="rId20"/>
    <p:sldId id="1972" r:id="rId21"/>
    <p:sldId id="1969" r:id="rId22"/>
    <p:sldId id="1973" r:id="rId23"/>
    <p:sldId id="1974" r:id="rId24"/>
    <p:sldId id="1975" r:id="rId25"/>
    <p:sldId id="1976" r:id="rId26"/>
    <p:sldId id="1977" r:id="rId27"/>
    <p:sldId id="1963" r:id="rId28"/>
    <p:sldId id="1907" r:id="rId29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ibacademy.in/mvc-dot-net-training-in-bangalore/" TargetMode="External"/><Relationship Id="rId1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ibacademy.in/mvc-dot-net-training-in-bangalore/" TargetMode="External"/><Relationship Id="rId1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CA6C99-77EA-4E37-926B-81D03E250378}" type="doc">
      <dgm:prSet loTypeId="urn:microsoft.com/office/officeart/2005/8/layout/bProcess3" loCatId="process" qsTypeId="urn:microsoft.com/office/officeart/2005/8/quickstyle/simple2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D8382C2F-9D91-468F-9EC7-CC1CF54CF545}">
      <dgm:prSet custT="1"/>
      <dgm:spPr/>
      <dgm:t>
        <a:bodyPr/>
        <a:lstStyle/>
        <a:p>
          <a:r>
            <a:rPr lang="es-ES" sz="1400">
              <a:latin typeface="Arial" panose="020B0604020202020204" pitchFamily="34" charset="0"/>
              <a:cs typeface="Arial" panose="020B0604020202020204" pitchFamily="34" charset="0"/>
            </a:rPr>
            <a:t>La metodología consiste en un proceso interactivo entre el profesor  [dinamizador] y los estudiantes, la cual se ha definido como: </a:t>
          </a:r>
          <a:r>
            <a:rPr lang="es-ES" sz="1400" b="1">
              <a:latin typeface="Arial" panose="020B0604020202020204" pitchFamily="34" charset="0"/>
              <a:cs typeface="Arial" panose="020B0604020202020204" pitchFamily="34" charset="0"/>
            </a:rPr>
            <a:t>“Aprender haciendo - haciendo aprendiendo”</a:t>
          </a:r>
          <a:r>
            <a:rPr lang="es-ES" sz="140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FEA768-E399-4E62-867D-7320E510D913}" type="parTrans" cxnId="{65B59C49-75BE-4C79-B59A-60AA20B86EB7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87FDCF-773C-48F9-8FE7-409DD15ACB84}" type="sibTrans" cxnId="{65B59C49-75BE-4C79-B59A-60AA20B86EB7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3FCCEA-E34F-489F-BCB8-397C2D13466A}">
      <dgm:prSet custT="1"/>
      <dgm:spPr/>
      <dgm:t>
        <a:bodyPr/>
        <a:lstStyle/>
        <a:p>
          <a:r>
            <a:rPr lang="es-ES" sz="1400">
              <a:latin typeface="Arial" panose="020B0604020202020204" pitchFamily="34" charset="0"/>
              <a:cs typeface="Arial" panose="020B0604020202020204" pitchFamily="34" charset="0"/>
            </a:rPr>
            <a:t>En este proceso el profesor será el que guiará la dinámica para que los estudiantes puedan aprender de forma constructiva su conocimiento. </a:t>
          </a:r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C2845F-81A3-4923-8DBA-99EB78F4E4E7}" type="parTrans" cxnId="{099EEBF2-D9D6-4E21-8867-312ABE159AA1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FC6819-674F-4FEE-A4B2-678BACAF784D}" type="sibTrans" cxnId="{099EEBF2-D9D6-4E21-8867-312ABE159AA1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C6952A-FDA6-4BD7-A2FA-DD6A9EF28233}" type="pres">
      <dgm:prSet presAssocID="{3CCA6C99-77EA-4E37-926B-81D03E250378}" presName="Name0" presStyleCnt="0">
        <dgm:presLayoutVars>
          <dgm:dir/>
          <dgm:resizeHandles val="exact"/>
        </dgm:presLayoutVars>
      </dgm:prSet>
      <dgm:spPr/>
    </dgm:pt>
    <dgm:pt modelId="{C9B801EB-D8B8-4EA0-A162-B70D0891195A}" type="pres">
      <dgm:prSet presAssocID="{D8382C2F-9D91-468F-9EC7-CC1CF54CF545}" presName="node" presStyleLbl="node1" presStyleIdx="0" presStyleCnt="2" custLinFactNeighborX="-47" custLinFactNeighborY="-4634">
        <dgm:presLayoutVars>
          <dgm:bulletEnabled val="1"/>
        </dgm:presLayoutVars>
      </dgm:prSet>
      <dgm:spPr/>
    </dgm:pt>
    <dgm:pt modelId="{16C91FBE-E646-4CA4-BF77-EF08B48AA8E6}" type="pres">
      <dgm:prSet presAssocID="{D987FDCF-773C-48F9-8FE7-409DD15ACB84}" presName="sibTrans" presStyleLbl="sibTrans1D1" presStyleIdx="0" presStyleCnt="1"/>
      <dgm:spPr/>
    </dgm:pt>
    <dgm:pt modelId="{2FF79FB8-1C4A-457A-8D4F-315F600591C0}" type="pres">
      <dgm:prSet presAssocID="{D987FDCF-773C-48F9-8FE7-409DD15ACB84}" presName="connectorText" presStyleLbl="sibTrans1D1" presStyleIdx="0" presStyleCnt="1"/>
      <dgm:spPr/>
    </dgm:pt>
    <dgm:pt modelId="{7F310991-A038-4605-A812-A8A4AC51B3DC}" type="pres">
      <dgm:prSet presAssocID="{753FCCEA-E34F-489F-BCB8-397C2D13466A}" presName="node" presStyleLbl="node1" presStyleIdx="1" presStyleCnt="2" custLinFactNeighborX="-421" custLinFactNeighborY="-5072">
        <dgm:presLayoutVars>
          <dgm:bulletEnabled val="1"/>
        </dgm:presLayoutVars>
      </dgm:prSet>
      <dgm:spPr/>
    </dgm:pt>
  </dgm:ptLst>
  <dgm:cxnLst>
    <dgm:cxn modelId="{E5ADE909-6A04-438D-ADE6-91D82E682FF5}" type="presOf" srcId="{3CCA6C99-77EA-4E37-926B-81D03E250378}" destId="{A6C6952A-FDA6-4BD7-A2FA-DD6A9EF28233}" srcOrd="0" destOrd="0" presId="urn:microsoft.com/office/officeart/2005/8/layout/bProcess3"/>
    <dgm:cxn modelId="{65B59C49-75BE-4C79-B59A-60AA20B86EB7}" srcId="{3CCA6C99-77EA-4E37-926B-81D03E250378}" destId="{D8382C2F-9D91-468F-9EC7-CC1CF54CF545}" srcOrd="0" destOrd="0" parTransId="{ACFEA768-E399-4E62-867D-7320E510D913}" sibTransId="{D987FDCF-773C-48F9-8FE7-409DD15ACB84}"/>
    <dgm:cxn modelId="{895D1A7E-8087-481E-868E-307856673414}" type="presOf" srcId="{753FCCEA-E34F-489F-BCB8-397C2D13466A}" destId="{7F310991-A038-4605-A812-A8A4AC51B3DC}" srcOrd="0" destOrd="0" presId="urn:microsoft.com/office/officeart/2005/8/layout/bProcess3"/>
    <dgm:cxn modelId="{0A661494-4BD3-4B4C-BC43-2A617B9612EB}" type="presOf" srcId="{D987FDCF-773C-48F9-8FE7-409DD15ACB84}" destId="{16C91FBE-E646-4CA4-BF77-EF08B48AA8E6}" srcOrd="0" destOrd="0" presId="urn:microsoft.com/office/officeart/2005/8/layout/bProcess3"/>
    <dgm:cxn modelId="{82765EDF-221D-4E92-9E12-8EF1EB309401}" type="presOf" srcId="{D8382C2F-9D91-468F-9EC7-CC1CF54CF545}" destId="{C9B801EB-D8B8-4EA0-A162-B70D0891195A}" srcOrd="0" destOrd="0" presId="urn:microsoft.com/office/officeart/2005/8/layout/bProcess3"/>
    <dgm:cxn modelId="{5D78D0E1-3FF7-4464-8E34-A2EC8272853C}" type="presOf" srcId="{D987FDCF-773C-48F9-8FE7-409DD15ACB84}" destId="{2FF79FB8-1C4A-457A-8D4F-315F600591C0}" srcOrd="1" destOrd="0" presId="urn:microsoft.com/office/officeart/2005/8/layout/bProcess3"/>
    <dgm:cxn modelId="{099EEBF2-D9D6-4E21-8867-312ABE159AA1}" srcId="{3CCA6C99-77EA-4E37-926B-81D03E250378}" destId="{753FCCEA-E34F-489F-BCB8-397C2D13466A}" srcOrd="1" destOrd="0" parTransId="{DDC2845F-81A3-4923-8DBA-99EB78F4E4E7}" sibTransId="{4BFC6819-674F-4FEE-A4B2-678BACAF784D}"/>
    <dgm:cxn modelId="{0B300AE9-F212-433F-A228-024741884376}" type="presParOf" srcId="{A6C6952A-FDA6-4BD7-A2FA-DD6A9EF28233}" destId="{C9B801EB-D8B8-4EA0-A162-B70D0891195A}" srcOrd="0" destOrd="0" presId="urn:microsoft.com/office/officeart/2005/8/layout/bProcess3"/>
    <dgm:cxn modelId="{33721C00-97F5-4537-BBAC-0CCC4CDB582A}" type="presParOf" srcId="{A6C6952A-FDA6-4BD7-A2FA-DD6A9EF28233}" destId="{16C91FBE-E646-4CA4-BF77-EF08B48AA8E6}" srcOrd="1" destOrd="0" presId="urn:microsoft.com/office/officeart/2005/8/layout/bProcess3"/>
    <dgm:cxn modelId="{87D8044C-552D-408D-897E-13AFB19D85DD}" type="presParOf" srcId="{16C91FBE-E646-4CA4-BF77-EF08B48AA8E6}" destId="{2FF79FB8-1C4A-457A-8D4F-315F600591C0}" srcOrd="0" destOrd="0" presId="urn:microsoft.com/office/officeart/2005/8/layout/bProcess3"/>
    <dgm:cxn modelId="{F46DD8AA-90C6-4E01-825D-3A116195104B}" type="presParOf" srcId="{A6C6952A-FDA6-4BD7-A2FA-DD6A9EF28233}" destId="{7F310991-A038-4605-A812-A8A4AC51B3DC}" srcOrd="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B618A-D979-4FAC-B360-105F843FD4D0}" type="doc">
      <dgm:prSet loTypeId="urn:microsoft.com/office/officeart/2005/8/layout/process4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750CB63-EC5B-4B0E-A04F-25742C53ECE0}">
      <dgm:prSet/>
      <dgm:spPr/>
      <dgm:t>
        <a:bodyPr/>
        <a:lstStyle/>
        <a:p>
          <a:r>
            <a:rPr lang="es-ES" b="0" i="0" baseline="0" dirty="0"/>
            <a:t>ISWZ2103-RDA1</a:t>
          </a:r>
          <a:endParaRPr lang="en-US" dirty="0"/>
        </a:p>
      </dgm:t>
    </dgm:pt>
    <dgm:pt modelId="{98FE0F71-0399-430F-9542-4CE9AB033D95}" type="parTrans" cxnId="{B1018B51-E401-440A-94DB-5DB0594A7906}">
      <dgm:prSet/>
      <dgm:spPr/>
      <dgm:t>
        <a:bodyPr/>
        <a:lstStyle/>
        <a:p>
          <a:endParaRPr lang="en-US"/>
        </a:p>
      </dgm:t>
    </dgm:pt>
    <dgm:pt modelId="{67D570C7-1652-4457-BB46-4193849F63A6}" type="sibTrans" cxnId="{B1018B51-E401-440A-94DB-5DB0594A7906}">
      <dgm:prSet/>
      <dgm:spPr/>
      <dgm:t>
        <a:bodyPr/>
        <a:lstStyle/>
        <a:p>
          <a:endParaRPr lang="en-US"/>
        </a:p>
      </dgm:t>
    </dgm:pt>
    <dgm:pt modelId="{D1AA0EAD-6544-456F-A50F-8C1ACBB8DDAF}">
      <dgm:prSet/>
      <dgm:spPr/>
      <dgm:t>
        <a:bodyPr/>
        <a:lstStyle/>
        <a:p>
          <a:r>
            <a:rPr lang="es-ES" b="0" i="0" baseline="0" dirty="0"/>
            <a:t> Contrasta los conceptos de la programación orientada a eventos y arquitectura multicapa, a través de </a:t>
          </a:r>
          <a:r>
            <a:rPr lang="en-US" b="0" i="0" baseline="0" dirty="0" err="1"/>
            <a:t>lenguajes</a:t>
          </a:r>
          <a:r>
            <a:rPr lang="en-US" b="0" i="0" baseline="0" dirty="0"/>
            <a:t> de </a:t>
          </a:r>
          <a:r>
            <a:rPr lang="en-US" b="0" i="0" baseline="0" dirty="0" err="1"/>
            <a:t>programación</a:t>
          </a:r>
          <a:endParaRPr lang="en-US" dirty="0"/>
        </a:p>
      </dgm:t>
    </dgm:pt>
    <dgm:pt modelId="{BBC406CD-89FD-471A-93C6-98A41FFD5C4C}" type="parTrans" cxnId="{13EA65AE-5FCE-4AE3-8491-AA8991D0B42A}">
      <dgm:prSet/>
      <dgm:spPr/>
      <dgm:t>
        <a:bodyPr/>
        <a:lstStyle/>
        <a:p>
          <a:endParaRPr lang="en-US"/>
        </a:p>
      </dgm:t>
    </dgm:pt>
    <dgm:pt modelId="{694F1BF2-5D88-4196-8981-702B4FAFEEB0}" type="sibTrans" cxnId="{13EA65AE-5FCE-4AE3-8491-AA8991D0B42A}">
      <dgm:prSet/>
      <dgm:spPr/>
      <dgm:t>
        <a:bodyPr/>
        <a:lstStyle/>
        <a:p>
          <a:endParaRPr lang="en-US"/>
        </a:p>
      </dgm:t>
    </dgm:pt>
    <dgm:pt modelId="{E8384A0E-AAFA-4059-BF8E-0191FECF85CD}" type="pres">
      <dgm:prSet presAssocID="{C0EB618A-D979-4FAC-B360-105F843FD4D0}" presName="Name0" presStyleCnt="0">
        <dgm:presLayoutVars>
          <dgm:dir/>
          <dgm:animLvl val="lvl"/>
          <dgm:resizeHandles val="exact"/>
        </dgm:presLayoutVars>
      </dgm:prSet>
      <dgm:spPr/>
    </dgm:pt>
    <dgm:pt modelId="{2D39AE57-9079-4CE0-A589-5154F72E8BE2}" type="pres">
      <dgm:prSet presAssocID="{2750CB63-EC5B-4B0E-A04F-25742C53ECE0}" presName="boxAndChildren" presStyleCnt="0"/>
      <dgm:spPr/>
    </dgm:pt>
    <dgm:pt modelId="{46CC7D04-090E-4E44-8393-511CEA274E72}" type="pres">
      <dgm:prSet presAssocID="{2750CB63-EC5B-4B0E-A04F-25742C53ECE0}" presName="parentTextBox" presStyleLbl="node1" presStyleIdx="0" presStyleCnt="1"/>
      <dgm:spPr/>
    </dgm:pt>
    <dgm:pt modelId="{DBDF4C2D-C423-41E5-AFE2-D240A225E82C}" type="pres">
      <dgm:prSet presAssocID="{2750CB63-EC5B-4B0E-A04F-25742C53ECE0}" presName="entireBox" presStyleLbl="node1" presStyleIdx="0" presStyleCnt="1"/>
      <dgm:spPr/>
    </dgm:pt>
    <dgm:pt modelId="{142F44CE-8C11-428C-A1B9-860EBEBF33E8}" type="pres">
      <dgm:prSet presAssocID="{2750CB63-EC5B-4B0E-A04F-25742C53ECE0}" presName="descendantBox" presStyleCnt="0"/>
      <dgm:spPr/>
    </dgm:pt>
    <dgm:pt modelId="{7F08390D-A1F1-430C-B7BE-6F0A3D0DDB89}" type="pres">
      <dgm:prSet presAssocID="{D1AA0EAD-6544-456F-A50F-8C1ACBB8DDAF}" presName="childTextBox" presStyleLbl="fgAccFollowNode1" presStyleIdx="0" presStyleCnt="1">
        <dgm:presLayoutVars>
          <dgm:bulletEnabled val="1"/>
        </dgm:presLayoutVars>
      </dgm:prSet>
      <dgm:spPr/>
    </dgm:pt>
  </dgm:ptLst>
  <dgm:cxnLst>
    <dgm:cxn modelId="{388A5E2E-3031-40B9-8E9B-46479DB1D842}" type="presOf" srcId="{D1AA0EAD-6544-456F-A50F-8C1ACBB8DDAF}" destId="{7F08390D-A1F1-430C-B7BE-6F0A3D0DDB89}" srcOrd="0" destOrd="0" presId="urn:microsoft.com/office/officeart/2005/8/layout/process4"/>
    <dgm:cxn modelId="{09D2682F-058F-4D66-8197-348A2F0E609D}" type="presOf" srcId="{2750CB63-EC5B-4B0E-A04F-25742C53ECE0}" destId="{DBDF4C2D-C423-41E5-AFE2-D240A225E82C}" srcOrd="1" destOrd="0" presId="urn:microsoft.com/office/officeart/2005/8/layout/process4"/>
    <dgm:cxn modelId="{B1018B51-E401-440A-94DB-5DB0594A7906}" srcId="{C0EB618A-D979-4FAC-B360-105F843FD4D0}" destId="{2750CB63-EC5B-4B0E-A04F-25742C53ECE0}" srcOrd="0" destOrd="0" parTransId="{98FE0F71-0399-430F-9542-4CE9AB033D95}" sibTransId="{67D570C7-1652-4457-BB46-4193849F63A6}"/>
    <dgm:cxn modelId="{13EA65AE-5FCE-4AE3-8491-AA8991D0B42A}" srcId="{2750CB63-EC5B-4B0E-A04F-25742C53ECE0}" destId="{D1AA0EAD-6544-456F-A50F-8C1ACBB8DDAF}" srcOrd="0" destOrd="0" parTransId="{BBC406CD-89FD-471A-93C6-98A41FFD5C4C}" sibTransId="{694F1BF2-5D88-4196-8981-702B4FAFEEB0}"/>
    <dgm:cxn modelId="{FB5FDEDE-8792-4829-BEEF-5F93331D8D2E}" type="presOf" srcId="{2750CB63-EC5B-4B0E-A04F-25742C53ECE0}" destId="{46CC7D04-090E-4E44-8393-511CEA274E72}" srcOrd="0" destOrd="0" presId="urn:microsoft.com/office/officeart/2005/8/layout/process4"/>
    <dgm:cxn modelId="{6E0032FE-F461-4002-B46A-0E1E35F9F24D}" type="presOf" srcId="{C0EB618A-D979-4FAC-B360-105F843FD4D0}" destId="{E8384A0E-AAFA-4059-BF8E-0191FECF85CD}" srcOrd="0" destOrd="0" presId="urn:microsoft.com/office/officeart/2005/8/layout/process4"/>
    <dgm:cxn modelId="{BB0670A5-34F7-47A0-A315-209E1A856329}" type="presParOf" srcId="{E8384A0E-AAFA-4059-BF8E-0191FECF85CD}" destId="{2D39AE57-9079-4CE0-A589-5154F72E8BE2}" srcOrd="0" destOrd="0" presId="urn:microsoft.com/office/officeart/2005/8/layout/process4"/>
    <dgm:cxn modelId="{E1C70B70-F9AC-4C0F-9EA5-5D2D9611C859}" type="presParOf" srcId="{2D39AE57-9079-4CE0-A589-5154F72E8BE2}" destId="{46CC7D04-090E-4E44-8393-511CEA274E72}" srcOrd="0" destOrd="0" presId="urn:microsoft.com/office/officeart/2005/8/layout/process4"/>
    <dgm:cxn modelId="{2BFD5736-603D-4D99-ACBE-A93DB05305AB}" type="presParOf" srcId="{2D39AE57-9079-4CE0-A589-5154F72E8BE2}" destId="{DBDF4C2D-C423-41E5-AFE2-D240A225E82C}" srcOrd="1" destOrd="0" presId="urn:microsoft.com/office/officeart/2005/8/layout/process4"/>
    <dgm:cxn modelId="{944F8735-DD29-4296-B60E-B3A025F6B7D7}" type="presParOf" srcId="{2D39AE57-9079-4CE0-A589-5154F72E8BE2}" destId="{142F44CE-8C11-428C-A1B9-860EBEBF33E8}" srcOrd="2" destOrd="0" presId="urn:microsoft.com/office/officeart/2005/8/layout/process4"/>
    <dgm:cxn modelId="{07A10F21-D7F1-4FCD-B2D8-7A480E63B39D}" type="presParOf" srcId="{142F44CE-8C11-428C-A1B9-860EBEBF33E8}" destId="{7F08390D-A1F1-430C-B7BE-6F0A3D0DDB8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C98D14-7D03-4A92-B3BA-0DBD76AA6158}" type="doc">
      <dgm:prSet loTypeId="urn:microsoft.com/office/officeart/2005/8/layout/hList7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C04C6CD-E95B-44E2-B7E3-17623DF0ACB6}">
      <dgm:prSet/>
      <dgm:spPr/>
      <dgm:t>
        <a:bodyPr/>
        <a:lstStyle/>
        <a:p>
          <a:r>
            <a:rPr lang="es-ES" b="1" dirty="0"/>
            <a:t>Definición:</a:t>
          </a:r>
          <a:endParaRPr lang="en-US" b="1" dirty="0"/>
        </a:p>
      </dgm:t>
    </dgm:pt>
    <dgm:pt modelId="{22C98550-3A28-4EFF-9F07-73CD94F01B27}" type="parTrans" cxnId="{D06AE661-1F09-4AA7-B330-9B5B4D18B359}">
      <dgm:prSet/>
      <dgm:spPr/>
      <dgm:t>
        <a:bodyPr/>
        <a:lstStyle/>
        <a:p>
          <a:endParaRPr lang="en-US"/>
        </a:p>
      </dgm:t>
    </dgm:pt>
    <dgm:pt modelId="{D6EE02FE-9829-49D9-99EE-52067E6D8A36}" type="sibTrans" cxnId="{D06AE661-1F09-4AA7-B330-9B5B4D18B359}">
      <dgm:prSet/>
      <dgm:spPr/>
      <dgm:t>
        <a:bodyPr/>
        <a:lstStyle/>
        <a:p>
          <a:endParaRPr lang="en-US"/>
        </a:p>
      </dgm:t>
    </dgm:pt>
    <dgm:pt modelId="{78DBF431-A824-42AC-B3E8-A8986AFDAEFE}">
      <dgm:prSet/>
      <dgm:spPr/>
      <dgm:t>
        <a:bodyPr/>
        <a:lstStyle/>
        <a:p>
          <a:r>
            <a:rPr lang="en-US" b="1" dirty="0" err="1"/>
            <a:t>Tipos</a:t>
          </a:r>
          <a:r>
            <a:rPr lang="en-US" b="1" dirty="0"/>
            <a:t> de </a:t>
          </a:r>
          <a:r>
            <a:rPr lang="en-US" b="1" dirty="0" err="1"/>
            <a:t>programación</a:t>
          </a:r>
          <a:r>
            <a:rPr lang="en-US" b="1" dirty="0"/>
            <a:t> web:</a:t>
          </a:r>
        </a:p>
      </dgm:t>
    </dgm:pt>
    <dgm:pt modelId="{12D3FE17-2056-4ECD-B628-8B89F201E243}" type="parTrans" cxnId="{A3200728-4A25-4E64-9732-4D973EDF60EE}">
      <dgm:prSet/>
      <dgm:spPr/>
      <dgm:t>
        <a:bodyPr/>
        <a:lstStyle/>
        <a:p>
          <a:endParaRPr lang="en-US"/>
        </a:p>
      </dgm:t>
    </dgm:pt>
    <dgm:pt modelId="{27BE667F-1F4D-488D-B91B-6D6071BCEFB5}" type="sibTrans" cxnId="{A3200728-4A25-4E64-9732-4D973EDF60EE}">
      <dgm:prSet/>
      <dgm:spPr/>
      <dgm:t>
        <a:bodyPr/>
        <a:lstStyle/>
        <a:p>
          <a:endParaRPr lang="en-US"/>
        </a:p>
      </dgm:t>
    </dgm:pt>
    <dgm:pt modelId="{9A7E4CFE-B116-4D81-A562-B7F545087B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b="1" dirty="0" err="1"/>
            <a:t>Frontend</a:t>
          </a:r>
          <a:r>
            <a:rPr lang="pt-BR" dirty="0"/>
            <a:t>: </a:t>
          </a:r>
          <a:r>
            <a:rPr lang="pt-BR" dirty="0" err="1"/>
            <a:t>interfaz</a:t>
          </a:r>
          <a:r>
            <a:rPr lang="pt-BR" dirty="0"/>
            <a:t> gráfica (HTML, CSS, JS).</a:t>
          </a:r>
        </a:p>
      </dgm:t>
    </dgm:pt>
    <dgm:pt modelId="{934FEB13-3CD2-4256-9965-B9D4329B4C06}" type="parTrans" cxnId="{742500F8-9878-4C82-8D4E-E50200CB769D}">
      <dgm:prSet/>
      <dgm:spPr/>
      <dgm:t>
        <a:bodyPr/>
        <a:lstStyle/>
        <a:p>
          <a:endParaRPr lang="en-US"/>
        </a:p>
      </dgm:t>
    </dgm:pt>
    <dgm:pt modelId="{9E62E53F-6DD4-4A9A-92FB-AAB60CE65D8D}" type="sibTrans" cxnId="{742500F8-9878-4C82-8D4E-E50200CB769D}">
      <dgm:prSet/>
      <dgm:spPr/>
      <dgm:t>
        <a:bodyPr/>
        <a:lstStyle/>
        <a:p>
          <a:endParaRPr lang="en-US"/>
        </a:p>
      </dgm:t>
    </dgm:pt>
    <dgm:pt modelId="{AD100AA5-EEAC-4284-B406-FD6A4C030E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Backend</a:t>
          </a:r>
          <a:r>
            <a:rPr lang="en-US" dirty="0"/>
            <a:t>: </a:t>
          </a:r>
          <a:r>
            <a:rPr lang="en-US" dirty="0" err="1"/>
            <a:t>lógica</a:t>
          </a:r>
          <a:r>
            <a:rPr lang="en-US" dirty="0"/>
            <a:t> de </a:t>
          </a:r>
          <a:r>
            <a:rPr lang="en-US" dirty="0" err="1"/>
            <a:t>negocio</a:t>
          </a:r>
          <a:r>
            <a:rPr lang="en-US" dirty="0"/>
            <a:t> (C#, Java, PHP, Python, etc.).</a:t>
          </a:r>
        </a:p>
      </dgm:t>
    </dgm:pt>
    <dgm:pt modelId="{339F08B1-23C1-4192-BBC9-981FFC935284}" type="parTrans" cxnId="{41A67D66-C85E-446A-83BD-78194291C204}">
      <dgm:prSet/>
      <dgm:spPr/>
      <dgm:t>
        <a:bodyPr/>
        <a:lstStyle/>
        <a:p>
          <a:endParaRPr lang="en-US"/>
        </a:p>
      </dgm:t>
    </dgm:pt>
    <dgm:pt modelId="{35F59E8E-EB75-4049-B5CD-6A5178F4D45F}" type="sibTrans" cxnId="{41A67D66-C85E-446A-83BD-78194291C204}">
      <dgm:prSet/>
      <dgm:spPr/>
      <dgm:t>
        <a:bodyPr/>
        <a:lstStyle/>
        <a:p>
          <a:endParaRPr lang="en-US"/>
        </a:p>
      </dgm:t>
    </dgm:pt>
    <dgm:pt modelId="{D96F5BB2-C122-4E5F-AC6D-B20B5A92B1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dirty="0"/>
            <a:t>Full </a:t>
          </a:r>
          <a:r>
            <a:rPr lang="es-ES" b="1" dirty="0" err="1"/>
            <a:t>Stack</a:t>
          </a:r>
          <a:r>
            <a:rPr lang="es-ES" dirty="0"/>
            <a:t>: combinación de ambos.</a:t>
          </a:r>
        </a:p>
      </dgm:t>
    </dgm:pt>
    <dgm:pt modelId="{9C9B6337-77F2-42A1-851D-F6AE1F5E606D}" type="parTrans" cxnId="{64CFA0BB-6DCE-4D46-A47A-2F4F84DBB368}">
      <dgm:prSet/>
      <dgm:spPr/>
      <dgm:t>
        <a:bodyPr/>
        <a:lstStyle/>
        <a:p>
          <a:endParaRPr lang="en-US"/>
        </a:p>
      </dgm:t>
    </dgm:pt>
    <dgm:pt modelId="{527E5243-0B5A-4293-9E3F-D5F82712D720}" type="sibTrans" cxnId="{64CFA0BB-6DCE-4D46-A47A-2F4F84DBB368}">
      <dgm:prSet/>
      <dgm:spPr/>
      <dgm:t>
        <a:bodyPr/>
        <a:lstStyle/>
        <a:p>
          <a:endParaRPr lang="en-US"/>
        </a:p>
      </dgm:t>
    </dgm:pt>
    <dgm:pt modelId="{0F19BAF7-9540-4E86-8C2F-F7DD9867C015}">
      <dgm:prSet/>
      <dgm:spPr/>
      <dgm:t>
        <a:bodyPr/>
        <a:lstStyle/>
        <a:p>
          <a:r>
            <a:rPr lang="es-ES" b="1" dirty="0"/>
            <a:t>Ejemplo:</a:t>
          </a:r>
        </a:p>
      </dgm:t>
    </dgm:pt>
    <dgm:pt modelId="{79EC55AC-5891-4B65-8AE0-28497CE10E4A}" type="parTrans" cxnId="{EBAD0F74-58BC-4FCD-96D3-5F3F8049403E}">
      <dgm:prSet/>
      <dgm:spPr/>
      <dgm:t>
        <a:bodyPr/>
        <a:lstStyle/>
        <a:p>
          <a:endParaRPr lang="en-US"/>
        </a:p>
      </dgm:t>
    </dgm:pt>
    <dgm:pt modelId="{11EA17CB-8B1B-479A-9A08-4DC88D1B90A9}" type="sibTrans" cxnId="{EBAD0F74-58BC-4FCD-96D3-5F3F8049403E}">
      <dgm:prSet/>
      <dgm:spPr/>
      <dgm:t>
        <a:bodyPr/>
        <a:lstStyle/>
        <a:p>
          <a:endParaRPr lang="en-US"/>
        </a:p>
      </dgm:t>
    </dgm:pt>
    <dgm:pt modelId="{7A4948FD-02CB-4AC3-AF18-596BEAC6D1AE}">
      <dgm:prSet/>
      <dgm:spPr/>
      <dgm:t>
        <a:bodyPr/>
        <a:lstStyle/>
        <a:p>
          <a:r>
            <a:rPr lang="es-ES"/>
            <a:t>Desarrollo de aplicaciones que funcionan en un navegador y se ejecutan mediante </a:t>
          </a:r>
          <a:r>
            <a:rPr lang="es-ES" b="1"/>
            <a:t>HTTP/HTTPS</a:t>
          </a:r>
          <a:r>
            <a:rPr lang="es-ES"/>
            <a:t>.</a:t>
          </a:r>
          <a:endParaRPr lang="en-US" dirty="0"/>
        </a:p>
      </dgm:t>
    </dgm:pt>
    <dgm:pt modelId="{52B433C6-F7DB-470D-8653-B8F87C018167}" type="parTrans" cxnId="{8EB1CFC6-2CCF-4778-ABE8-C96ADEF357D2}">
      <dgm:prSet/>
      <dgm:spPr/>
      <dgm:t>
        <a:bodyPr/>
        <a:lstStyle/>
        <a:p>
          <a:endParaRPr lang="en-US"/>
        </a:p>
      </dgm:t>
    </dgm:pt>
    <dgm:pt modelId="{B15D5FA1-9070-4172-A489-331E9B3174BE}" type="sibTrans" cxnId="{8EB1CFC6-2CCF-4778-ABE8-C96ADEF357D2}">
      <dgm:prSet/>
      <dgm:spPr/>
      <dgm:t>
        <a:bodyPr/>
        <a:lstStyle/>
        <a:p>
          <a:endParaRPr lang="en-US"/>
        </a:p>
      </dgm:t>
    </dgm:pt>
    <dgm:pt modelId="{1C70D59D-9127-4BEF-B998-790BFFF0274D}">
      <dgm:prSet/>
      <dgm:spPr/>
      <dgm:t>
        <a:bodyPr/>
        <a:lstStyle/>
        <a:p>
          <a:r>
            <a:rPr lang="es-ES"/>
            <a:t>una </a:t>
          </a:r>
          <a:r>
            <a:rPr lang="es-ES" dirty="0"/>
            <a:t>tienda en línea que integra carrito de compras, base de datos y vistas dinámicas.</a:t>
          </a:r>
        </a:p>
      </dgm:t>
    </dgm:pt>
    <dgm:pt modelId="{522B1F5E-4823-45E5-90FB-65A0244B0428}" type="parTrans" cxnId="{D0210BE6-9DC0-4A14-8B75-83E4C46AEE6E}">
      <dgm:prSet/>
      <dgm:spPr/>
      <dgm:t>
        <a:bodyPr/>
        <a:lstStyle/>
        <a:p>
          <a:endParaRPr lang="en-US"/>
        </a:p>
      </dgm:t>
    </dgm:pt>
    <dgm:pt modelId="{5536CACE-C307-459A-B345-3B6714091695}" type="sibTrans" cxnId="{D0210BE6-9DC0-4A14-8B75-83E4C46AEE6E}">
      <dgm:prSet/>
      <dgm:spPr/>
      <dgm:t>
        <a:bodyPr/>
        <a:lstStyle/>
        <a:p>
          <a:endParaRPr lang="en-US"/>
        </a:p>
      </dgm:t>
    </dgm:pt>
    <dgm:pt modelId="{F62E5EB7-AF72-4C9E-8C49-F48E786D4601}" type="pres">
      <dgm:prSet presAssocID="{0EC98D14-7D03-4A92-B3BA-0DBD76AA6158}" presName="Name0" presStyleCnt="0">
        <dgm:presLayoutVars>
          <dgm:dir/>
          <dgm:resizeHandles val="exact"/>
        </dgm:presLayoutVars>
      </dgm:prSet>
      <dgm:spPr/>
    </dgm:pt>
    <dgm:pt modelId="{E4AD7D4C-1D3D-4C9A-A454-98DC53B0F1F9}" type="pres">
      <dgm:prSet presAssocID="{0EC98D14-7D03-4A92-B3BA-0DBD76AA6158}" presName="fgShape" presStyleLbl="fgShp" presStyleIdx="0" presStyleCnt="1"/>
      <dgm:spPr/>
    </dgm:pt>
    <dgm:pt modelId="{8A1F8BA5-9FC1-4E33-A77A-43F0A7658AE6}" type="pres">
      <dgm:prSet presAssocID="{0EC98D14-7D03-4A92-B3BA-0DBD76AA6158}" presName="linComp" presStyleCnt="0"/>
      <dgm:spPr/>
    </dgm:pt>
    <dgm:pt modelId="{D955E15C-5218-4E79-94CF-C9359BB637F2}" type="pres">
      <dgm:prSet presAssocID="{2C04C6CD-E95B-44E2-B7E3-17623DF0ACB6}" presName="compNode" presStyleCnt="0"/>
      <dgm:spPr/>
    </dgm:pt>
    <dgm:pt modelId="{88919F01-57BF-4F2E-B70C-0A7AF72179D0}" type="pres">
      <dgm:prSet presAssocID="{2C04C6CD-E95B-44E2-B7E3-17623DF0ACB6}" presName="bkgdShape" presStyleLbl="node1" presStyleIdx="0" presStyleCnt="3"/>
      <dgm:spPr/>
    </dgm:pt>
    <dgm:pt modelId="{022C7F99-AFE5-482E-8BAE-08938608CB18}" type="pres">
      <dgm:prSet presAssocID="{2C04C6CD-E95B-44E2-B7E3-17623DF0ACB6}" presName="nodeTx" presStyleLbl="node1" presStyleIdx="0" presStyleCnt="3">
        <dgm:presLayoutVars>
          <dgm:bulletEnabled val="1"/>
        </dgm:presLayoutVars>
      </dgm:prSet>
      <dgm:spPr/>
    </dgm:pt>
    <dgm:pt modelId="{2AB31876-95E4-4A62-A1CA-C41300DE5A74}" type="pres">
      <dgm:prSet presAssocID="{2C04C6CD-E95B-44E2-B7E3-17623DF0ACB6}" presName="invisiNode" presStyleLbl="node1" presStyleIdx="0" presStyleCnt="3"/>
      <dgm:spPr/>
    </dgm:pt>
    <dgm:pt modelId="{B57C2EE6-4F7A-4B31-97E4-8FA737986BB8}" type="pres">
      <dgm:prSet presAssocID="{2C04C6CD-E95B-44E2-B7E3-17623DF0ACB6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</dgm:spPr>
    </dgm:pt>
    <dgm:pt modelId="{9969A160-9453-4D11-BEAD-6ED9C93882FD}" type="pres">
      <dgm:prSet presAssocID="{D6EE02FE-9829-49D9-99EE-52067E6D8A36}" presName="sibTrans" presStyleLbl="sibTrans2D1" presStyleIdx="0" presStyleCnt="0"/>
      <dgm:spPr/>
    </dgm:pt>
    <dgm:pt modelId="{08EC51D6-D289-4D69-8DAE-92427786CD3B}" type="pres">
      <dgm:prSet presAssocID="{78DBF431-A824-42AC-B3E8-A8986AFDAEFE}" presName="compNode" presStyleCnt="0"/>
      <dgm:spPr/>
    </dgm:pt>
    <dgm:pt modelId="{DE9840E2-3ADC-4ED3-AF40-0B521115836B}" type="pres">
      <dgm:prSet presAssocID="{78DBF431-A824-42AC-B3E8-A8986AFDAEFE}" presName="bkgdShape" presStyleLbl="node1" presStyleIdx="1" presStyleCnt="3"/>
      <dgm:spPr/>
    </dgm:pt>
    <dgm:pt modelId="{72454437-8D56-45C6-8C12-DBB30CBCA862}" type="pres">
      <dgm:prSet presAssocID="{78DBF431-A824-42AC-B3E8-A8986AFDAEFE}" presName="nodeTx" presStyleLbl="node1" presStyleIdx="1" presStyleCnt="3">
        <dgm:presLayoutVars>
          <dgm:bulletEnabled val="1"/>
        </dgm:presLayoutVars>
      </dgm:prSet>
      <dgm:spPr/>
    </dgm:pt>
    <dgm:pt modelId="{921221F5-D08F-427D-81D2-38484406D632}" type="pres">
      <dgm:prSet presAssocID="{78DBF431-A824-42AC-B3E8-A8986AFDAEFE}" presName="invisiNode" presStyleLbl="node1" presStyleIdx="1" presStyleCnt="3"/>
      <dgm:spPr/>
    </dgm:pt>
    <dgm:pt modelId="{1A16F266-AB6F-4556-8B75-1F11A7013B8A}" type="pres">
      <dgm:prSet presAssocID="{78DBF431-A824-42AC-B3E8-A8986AFDAEFE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50B28E4-3547-4E5E-B9F8-A0CB08F45EAA}" type="pres">
      <dgm:prSet presAssocID="{27BE667F-1F4D-488D-B91B-6D6071BCEFB5}" presName="sibTrans" presStyleLbl="sibTrans2D1" presStyleIdx="0" presStyleCnt="0"/>
      <dgm:spPr/>
    </dgm:pt>
    <dgm:pt modelId="{6C5FA9AE-CFD6-47CA-ABFA-E8AE4CF16BFA}" type="pres">
      <dgm:prSet presAssocID="{0F19BAF7-9540-4E86-8C2F-F7DD9867C015}" presName="compNode" presStyleCnt="0"/>
      <dgm:spPr/>
    </dgm:pt>
    <dgm:pt modelId="{1D2786DF-F326-4F4D-B3E5-23E8C0977472}" type="pres">
      <dgm:prSet presAssocID="{0F19BAF7-9540-4E86-8C2F-F7DD9867C015}" presName="bkgdShape" presStyleLbl="node1" presStyleIdx="2" presStyleCnt="3"/>
      <dgm:spPr/>
    </dgm:pt>
    <dgm:pt modelId="{3C32F5E2-FEA8-43B8-9D8D-4768117DD911}" type="pres">
      <dgm:prSet presAssocID="{0F19BAF7-9540-4E86-8C2F-F7DD9867C015}" presName="nodeTx" presStyleLbl="node1" presStyleIdx="2" presStyleCnt="3">
        <dgm:presLayoutVars>
          <dgm:bulletEnabled val="1"/>
        </dgm:presLayoutVars>
      </dgm:prSet>
      <dgm:spPr/>
    </dgm:pt>
    <dgm:pt modelId="{39F61069-8768-4D11-97B0-F830CFC970B3}" type="pres">
      <dgm:prSet presAssocID="{0F19BAF7-9540-4E86-8C2F-F7DD9867C015}" presName="invisiNode" presStyleLbl="node1" presStyleIdx="2" presStyleCnt="3"/>
      <dgm:spPr/>
    </dgm:pt>
    <dgm:pt modelId="{948E1CBD-D020-4872-9BF2-0D19ABBF25AD}" type="pres">
      <dgm:prSet presAssocID="{0F19BAF7-9540-4E86-8C2F-F7DD9867C015}" presName="imagNode" presStyleLbl="fgImgPlac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E03AA30D-D605-4D87-AF2F-601A0014B29C}" type="presOf" srcId="{27BE667F-1F4D-488D-B91B-6D6071BCEFB5}" destId="{C50B28E4-3547-4E5E-B9F8-A0CB08F45EAA}" srcOrd="0" destOrd="0" presId="urn:microsoft.com/office/officeart/2005/8/layout/hList7"/>
    <dgm:cxn modelId="{8088A110-6419-47DF-B954-3C5FF74D7DB7}" type="presOf" srcId="{D96F5BB2-C122-4E5F-AC6D-B20B5A92B193}" destId="{72454437-8D56-45C6-8C12-DBB30CBCA862}" srcOrd="1" destOrd="3" presId="urn:microsoft.com/office/officeart/2005/8/layout/hList7"/>
    <dgm:cxn modelId="{24471211-C27D-42ED-B112-C3B45438DE28}" type="presOf" srcId="{9A7E4CFE-B116-4D81-A562-B7F545087B43}" destId="{72454437-8D56-45C6-8C12-DBB30CBCA862}" srcOrd="1" destOrd="1" presId="urn:microsoft.com/office/officeart/2005/8/layout/hList7"/>
    <dgm:cxn modelId="{0B73D513-7D32-4C36-893E-3345071BF4E1}" type="presOf" srcId="{2C04C6CD-E95B-44E2-B7E3-17623DF0ACB6}" destId="{88919F01-57BF-4F2E-B70C-0A7AF72179D0}" srcOrd="0" destOrd="0" presId="urn:microsoft.com/office/officeart/2005/8/layout/hList7"/>
    <dgm:cxn modelId="{12BE1C16-65E1-4B25-9025-8FBDFE70952D}" type="presOf" srcId="{AD100AA5-EEAC-4284-B406-FD6A4C030EBA}" destId="{DE9840E2-3ADC-4ED3-AF40-0B521115836B}" srcOrd="0" destOrd="2" presId="urn:microsoft.com/office/officeart/2005/8/layout/hList7"/>
    <dgm:cxn modelId="{A3200728-4A25-4E64-9732-4D973EDF60EE}" srcId="{0EC98D14-7D03-4A92-B3BA-0DBD76AA6158}" destId="{78DBF431-A824-42AC-B3E8-A8986AFDAEFE}" srcOrd="1" destOrd="0" parTransId="{12D3FE17-2056-4ECD-B628-8B89F201E243}" sibTransId="{27BE667F-1F4D-488D-B91B-6D6071BCEFB5}"/>
    <dgm:cxn modelId="{DEF3E52C-3584-41BB-B66B-E774B3AE0E3A}" type="presOf" srcId="{7A4948FD-02CB-4AC3-AF18-596BEAC6D1AE}" destId="{022C7F99-AFE5-482E-8BAE-08938608CB18}" srcOrd="1" destOrd="1" presId="urn:microsoft.com/office/officeart/2005/8/layout/hList7"/>
    <dgm:cxn modelId="{AAE9473B-AED2-4871-B847-3B42DA8E6E14}" type="presOf" srcId="{AD100AA5-EEAC-4284-B406-FD6A4C030EBA}" destId="{72454437-8D56-45C6-8C12-DBB30CBCA862}" srcOrd="1" destOrd="2" presId="urn:microsoft.com/office/officeart/2005/8/layout/hList7"/>
    <dgm:cxn modelId="{F9246F61-9773-48C0-A420-C6002B11C39B}" type="presOf" srcId="{D6EE02FE-9829-49D9-99EE-52067E6D8A36}" destId="{9969A160-9453-4D11-BEAD-6ED9C93882FD}" srcOrd="0" destOrd="0" presId="urn:microsoft.com/office/officeart/2005/8/layout/hList7"/>
    <dgm:cxn modelId="{D06AE661-1F09-4AA7-B330-9B5B4D18B359}" srcId="{0EC98D14-7D03-4A92-B3BA-0DBD76AA6158}" destId="{2C04C6CD-E95B-44E2-B7E3-17623DF0ACB6}" srcOrd="0" destOrd="0" parTransId="{22C98550-3A28-4EFF-9F07-73CD94F01B27}" sibTransId="{D6EE02FE-9829-49D9-99EE-52067E6D8A36}"/>
    <dgm:cxn modelId="{41A67D66-C85E-446A-83BD-78194291C204}" srcId="{78DBF431-A824-42AC-B3E8-A8986AFDAEFE}" destId="{AD100AA5-EEAC-4284-B406-FD6A4C030EBA}" srcOrd="1" destOrd="0" parTransId="{339F08B1-23C1-4192-BBC9-981FFC935284}" sibTransId="{35F59E8E-EB75-4049-B5CD-6A5178F4D45F}"/>
    <dgm:cxn modelId="{3C4E926A-A930-4204-9803-C30687697DDB}" type="presOf" srcId="{0EC98D14-7D03-4A92-B3BA-0DBD76AA6158}" destId="{F62E5EB7-AF72-4C9E-8C49-F48E786D4601}" srcOrd="0" destOrd="0" presId="urn:microsoft.com/office/officeart/2005/8/layout/hList7"/>
    <dgm:cxn modelId="{EBAD0F74-58BC-4FCD-96D3-5F3F8049403E}" srcId="{0EC98D14-7D03-4A92-B3BA-0DBD76AA6158}" destId="{0F19BAF7-9540-4E86-8C2F-F7DD9867C015}" srcOrd="2" destOrd="0" parTransId="{79EC55AC-5891-4B65-8AE0-28497CE10E4A}" sibTransId="{11EA17CB-8B1B-479A-9A08-4DC88D1B90A9}"/>
    <dgm:cxn modelId="{839F3A7F-705E-408C-9CF4-E540531F574D}" type="presOf" srcId="{0F19BAF7-9540-4E86-8C2F-F7DD9867C015}" destId="{1D2786DF-F326-4F4D-B3E5-23E8C0977472}" srcOrd="0" destOrd="0" presId="urn:microsoft.com/office/officeart/2005/8/layout/hList7"/>
    <dgm:cxn modelId="{D7A99985-AA91-41B9-BAF7-8708163EB767}" type="presOf" srcId="{7A4948FD-02CB-4AC3-AF18-596BEAC6D1AE}" destId="{88919F01-57BF-4F2E-B70C-0A7AF72179D0}" srcOrd="0" destOrd="1" presId="urn:microsoft.com/office/officeart/2005/8/layout/hList7"/>
    <dgm:cxn modelId="{60511B94-047A-4C5B-93DB-DA20C59CCFF2}" type="presOf" srcId="{1C70D59D-9127-4BEF-B998-790BFFF0274D}" destId="{1D2786DF-F326-4F4D-B3E5-23E8C0977472}" srcOrd="0" destOrd="1" presId="urn:microsoft.com/office/officeart/2005/8/layout/hList7"/>
    <dgm:cxn modelId="{F7C9D6AB-78F3-41B6-A443-79E67F408536}" type="presOf" srcId="{D96F5BB2-C122-4E5F-AC6D-B20B5A92B193}" destId="{DE9840E2-3ADC-4ED3-AF40-0B521115836B}" srcOrd="0" destOrd="3" presId="urn:microsoft.com/office/officeart/2005/8/layout/hList7"/>
    <dgm:cxn modelId="{614491AD-1B90-42FD-A731-A2BEB2FD6B5C}" type="presOf" srcId="{78DBF431-A824-42AC-B3E8-A8986AFDAEFE}" destId="{72454437-8D56-45C6-8C12-DBB30CBCA862}" srcOrd="1" destOrd="0" presId="urn:microsoft.com/office/officeart/2005/8/layout/hList7"/>
    <dgm:cxn modelId="{82DD29B6-EE99-45E7-BBEF-8D243FE95249}" type="presOf" srcId="{2C04C6CD-E95B-44E2-B7E3-17623DF0ACB6}" destId="{022C7F99-AFE5-482E-8BAE-08938608CB18}" srcOrd="1" destOrd="0" presId="urn:microsoft.com/office/officeart/2005/8/layout/hList7"/>
    <dgm:cxn modelId="{64CFA0BB-6DCE-4D46-A47A-2F4F84DBB368}" srcId="{78DBF431-A824-42AC-B3E8-A8986AFDAEFE}" destId="{D96F5BB2-C122-4E5F-AC6D-B20B5A92B193}" srcOrd="2" destOrd="0" parTransId="{9C9B6337-77F2-42A1-851D-F6AE1F5E606D}" sibTransId="{527E5243-0B5A-4293-9E3F-D5F82712D720}"/>
    <dgm:cxn modelId="{8EB1CFC6-2CCF-4778-ABE8-C96ADEF357D2}" srcId="{2C04C6CD-E95B-44E2-B7E3-17623DF0ACB6}" destId="{7A4948FD-02CB-4AC3-AF18-596BEAC6D1AE}" srcOrd="0" destOrd="0" parTransId="{52B433C6-F7DB-470D-8653-B8F87C018167}" sibTransId="{B15D5FA1-9070-4172-A489-331E9B3174BE}"/>
    <dgm:cxn modelId="{E05700C7-D13F-420F-A3DA-4EB07E84F726}" type="presOf" srcId="{9A7E4CFE-B116-4D81-A562-B7F545087B43}" destId="{DE9840E2-3ADC-4ED3-AF40-0B521115836B}" srcOrd="0" destOrd="1" presId="urn:microsoft.com/office/officeart/2005/8/layout/hList7"/>
    <dgm:cxn modelId="{8FD202D0-CF35-4A69-85FB-530422D858C7}" type="presOf" srcId="{1C70D59D-9127-4BEF-B998-790BFFF0274D}" destId="{3C32F5E2-FEA8-43B8-9D8D-4768117DD911}" srcOrd="1" destOrd="1" presId="urn:microsoft.com/office/officeart/2005/8/layout/hList7"/>
    <dgm:cxn modelId="{D0210BE6-9DC0-4A14-8B75-83E4C46AEE6E}" srcId="{0F19BAF7-9540-4E86-8C2F-F7DD9867C015}" destId="{1C70D59D-9127-4BEF-B998-790BFFF0274D}" srcOrd="0" destOrd="0" parTransId="{522B1F5E-4823-45E5-90FB-65A0244B0428}" sibTransId="{5536CACE-C307-459A-B345-3B6714091695}"/>
    <dgm:cxn modelId="{E61B26E6-2DA0-471A-9B07-798D2FC06D1F}" type="presOf" srcId="{0F19BAF7-9540-4E86-8C2F-F7DD9867C015}" destId="{3C32F5E2-FEA8-43B8-9D8D-4768117DD911}" srcOrd="1" destOrd="0" presId="urn:microsoft.com/office/officeart/2005/8/layout/hList7"/>
    <dgm:cxn modelId="{22D48CF1-6F74-43AF-BA30-623E53F54FD3}" type="presOf" srcId="{78DBF431-A824-42AC-B3E8-A8986AFDAEFE}" destId="{DE9840E2-3ADC-4ED3-AF40-0B521115836B}" srcOrd="0" destOrd="0" presId="urn:microsoft.com/office/officeart/2005/8/layout/hList7"/>
    <dgm:cxn modelId="{742500F8-9878-4C82-8D4E-E50200CB769D}" srcId="{78DBF431-A824-42AC-B3E8-A8986AFDAEFE}" destId="{9A7E4CFE-B116-4D81-A562-B7F545087B43}" srcOrd="0" destOrd="0" parTransId="{934FEB13-3CD2-4256-9965-B9D4329B4C06}" sibTransId="{9E62E53F-6DD4-4A9A-92FB-AAB60CE65D8D}"/>
    <dgm:cxn modelId="{27908898-EC50-4B80-A631-8EE3C8737FC4}" type="presParOf" srcId="{F62E5EB7-AF72-4C9E-8C49-F48E786D4601}" destId="{E4AD7D4C-1D3D-4C9A-A454-98DC53B0F1F9}" srcOrd="0" destOrd="0" presId="urn:microsoft.com/office/officeart/2005/8/layout/hList7"/>
    <dgm:cxn modelId="{F1BCF092-EA4E-4843-9185-F0B5C94B56B1}" type="presParOf" srcId="{F62E5EB7-AF72-4C9E-8C49-F48E786D4601}" destId="{8A1F8BA5-9FC1-4E33-A77A-43F0A7658AE6}" srcOrd="1" destOrd="0" presId="urn:microsoft.com/office/officeart/2005/8/layout/hList7"/>
    <dgm:cxn modelId="{04988B30-3D05-4374-AFF6-758D04F3E583}" type="presParOf" srcId="{8A1F8BA5-9FC1-4E33-A77A-43F0A7658AE6}" destId="{D955E15C-5218-4E79-94CF-C9359BB637F2}" srcOrd="0" destOrd="0" presId="urn:microsoft.com/office/officeart/2005/8/layout/hList7"/>
    <dgm:cxn modelId="{D36A8BBE-EC5F-45C0-8EEA-BD7B5DC6CE99}" type="presParOf" srcId="{D955E15C-5218-4E79-94CF-C9359BB637F2}" destId="{88919F01-57BF-4F2E-B70C-0A7AF72179D0}" srcOrd="0" destOrd="0" presId="urn:microsoft.com/office/officeart/2005/8/layout/hList7"/>
    <dgm:cxn modelId="{8061D0FE-E744-4175-BAAE-B268CCD4DF33}" type="presParOf" srcId="{D955E15C-5218-4E79-94CF-C9359BB637F2}" destId="{022C7F99-AFE5-482E-8BAE-08938608CB18}" srcOrd="1" destOrd="0" presId="urn:microsoft.com/office/officeart/2005/8/layout/hList7"/>
    <dgm:cxn modelId="{459A6C4A-DB10-44BF-8CCE-4962D5A3404A}" type="presParOf" srcId="{D955E15C-5218-4E79-94CF-C9359BB637F2}" destId="{2AB31876-95E4-4A62-A1CA-C41300DE5A74}" srcOrd="2" destOrd="0" presId="urn:microsoft.com/office/officeart/2005/8/layout/hList7"/>
    <dgm:cxn modelId="{059770A5-FBAD-4D3C-B2AF-B7D7A122ACE2}" type="presParOf" srcId="{D955E15C-5218-4E79-94CF-C9359BB637F2}" destId="{B57C2EE6-4F7A-4B31-97E4-8FA737986BB8}" srcOrd="3" destOrd="0" presId="urn:microsoft.com/office/officeart/2005/8/layout/hList7"/>
    <dgm:cxn modelId="{DAEBA074-EF27-4CBA-A690-AC26CE494DC3}" type="presParOf" srcId="{8A1F8BA5-9FC1-4E33-A77A-43F0A7658AE6}" destId="{9969A160-9453-4D11-BEAD-6ED9C93882FD}" srcOrd="1" destOrd="0" presId="urn:microsoft.com/office/officeart/2005/8/layout/hList7"/>
    <dgm:cxn modelId="{893E0A41-BD92-4D7B-BAA4-A3EA6F92D9BD}" type="presParOf" srcId="{8A1F8BA5-9FC1-4E33-A77A-43F0A7658AE6}" destId="{08EC51D6-D289-4D69-8DAE-92427786CD3B}" srcOrd="2" destOrd="0" presId="urn:microsoft.com/office/officeart/2005/8/layout/hList7"/>
    <dgm:cxn modelId="{A4522D54-1878-4FE0-B770-BF3EA9DDAACA}" type="presParOf" srcId="{08EC51D6-D289-4D69-8DAE-92427786CD3B}" destId="{DE9840E2-3ADC-4ED3-AF40-0B521115836B}" srcOrd="0" destOrd="0" presId="urn:microsoft.com/office/officeart/2005/8/layout/hList7"/>
    <dgm:cxn modelId="{590EB6E8-EC8A-4172-86D1-6D465C540127}" type="presParOf" srcId="{08EC51D6-D289-4D69-8DAE-92427786CD3B}" destId="{72454437-8D56-45C6-8C12-DBB30CBCA862}" srcOrd="1" destOrd="0" presId="urn:microsoft.com/office/officeart/2005/8/layout/hList7"/>
    <dgm:cxn modelId="{A89D96DC-AE92-4015-8E69-A562DC261A8B}" type="presParOf" srcId="{08EC51D6-D289-4D69-8DAE-92427786CD3B}" destId="{921221F5-D08F-427D-81D2-38484406D632}" srcOrd="2" destOrd="0" presId="urn:microsoft.com/office/officeart/2005/8/layout/hList7"/>
    <dgm:cxn modelId="{E50A54B5-3248-4591-9E96-F19F3BA336E9}" type="presParOf" srcId="{08EC51D6-D289-4D69-8DAE-92427786CD3B}" destId="{1A16F266-AB6F-4556-8B75-1F11A7013B8A}" srcOrd="3" destOrd="0" presId="urn:microsoft.com/office/officeart/2005/8/layout/hList7"/>
    <dgm:cxn modelId="{39FB63EC-2C53-4058-81DF-7826C6F9A4DD}" type="presParOf" srcId="{8A1F8BA5-9FC1-4E33-A77A-43F0A7658AE6}" destId="{C50B28E4-3547-4E5E-B9F8-A0CB08F45EAA}" srcOrd="3" destOrd="0" presId="urn:microsoft.com/office/officeart/2005/8/layout/hList7"/>
    <dgm:cxn modelId="{15C07F28-18FF-43C3-9555-AD9BE83CB721}" type="presParOf" srcId="{8A1F8BA5-9FC1-4E33-A77A-43F0A7658AE6}" destId="{6C5FA9AE-CFD6-47CA-ABFA-E8AE4CF16BFA}" srcOrd="4" destOrd="0" presId="urn:microsoft.com/office/officeart/2005/8/layout/hList7"/>
    <dgm:cxn modelId="{82E730D2-0C88-4D48-AEDE-733234945CFA}" type="presParOf" srcId="{6C5FA9AE-CFD6-47CA-ABFA-E8AE4CF16BFA}" destId="{1D2786DF-F326-4F4D-B3E5-23E8C0977472}" srcOrd="0" destOrd="0" presId="urn:microsoft.com/office/officeart/2005/8/layout/hList7"/>
    <dgm:cxn modelId="{5FAEB4D6-E07A-4FD5-9D8D-43095441B657}" type="presParOf" srcId="{6C5FA9AE-CFD6-47CA-ABFA-E8AE4CF16BFA}" destId="{3C32F5E2-FEA8-43B8-9D8D-4768117DD911}" srcOrd="1" destOrd="0" presId="urn:microsoft.com/office/officeart/2005/8/layout/hList7"/>
    <dgm:cxn modelId="{93DA18D9-C6B8-48FD-8E62-6E987DB9AA57}" type="presParOf" srcId="{6C5FA9AE-CFD6-47CA-ABFA-E8AE4CF16BFA}" destId="{39F61069-8768-4D11-97B0-F830CFC970B3}" srcOrd="2" destOrd="0" presId="urn:microsoft.com/office/officeart/2005/8/layout/hList7"/>
    <dgm:cxn modelId="{6980F5FF-6A3F-447F-A50B-5354A8BAA08D}" type="presParOf" srcId="{6C5FA9AE-CFD6-47CA-ABFA-E8AE4CF16BFA}" destId="{948E1CBD-D020-4872-9BF2-0D19ABBF25A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C98D14-7D03-4A92-B3BA-0DBD76AA6158}" type="doc">
      <dgm:prSet loTypeId="urn:microsoft.com/office/officeart/2009/3/layout/PieProcess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B8CDD14-041E-467F-AE60-53DFB0A95387}">
      <dgm:prSet/>
      <dgm:spPr/>
      <dgm:t>
        <a:bodyPr/>
        <a:lstStyle/>
        <a:p>
          <a:r>
            <a:rPr lang="es-ES" dirty="0"/>
            <a:t>Beneficio:</a:t>
          </a:r>
          <a:endParaRPr lang="en-US" dirty="0"/>
        </a:p>
      </dgm:t>
    </dgm:pt>
    <dgm:pt modelId="{673C20DD-AAEE-4A7C-86B3-872F546B266D}" type="parTrans" cxnId="{3141F08F-367A-4224-B9DD-E89E4814E338}">
      <dgm:prSet/>
      <dgm:spPr/>
      <dgm:t>
        <a:bodyPr/>
        <a:lstStyle/>
        <a:p>
          <a:endParaRPr lang="en-US"/>
        </a:p>
      </dgm:t>
    </dgm:pt>
    <dgm:pt modelId="{2FF84190-27C8-40AD-9B38-61549E5FE429}" type="sibTrans" cxnId="{3141F08F-367A-4224-B9DD-E89E4814E338}">
      <dgm:prSet/>
      <dgm:spPr/>
      <dgm:t>
        <a:bodyPr/>
        <a:lstStyle/>
        <a:p>
          <a:endParaRPr lang="en-US"/>
        </a:p>
      </dgm:t>
    </dgm:pt>
    <dgm:pt modelId="{02934C53-6D13-494C-81DE-1906D6C61A6C}">
      <dgm:prSet/>
      <dgm:spPr/>
      <dgm:t>
        <a:bodyPr/>
        <a:lstStyle/>
        <a:p>
          <a:r>
            <a:rPr lang="es-ES"/>
            <a:t>Separación </a:t>
          </a:r>
          <a:r>
            <a:rPr lang="es-ES" dirty="0"/>
            <a:t>de responsabilidades → facilita mantenimiento, escalabilidad y pruebas.</a:t>
          </a:r>
          <a:endParaRPr lang="en-US" dirty="0"/>
        </a:p>
      </dgm:t>
    </dgm:pt>
    <dgm:pt modelId="{CA26A4C9-CC7F-4959-ABB6-671362EF5EC9}" type="parTrans" cxnId="{F270CA70-BB5B-4EE1-9AE1-3CB1698E9F82}">
      <dgm:prSet/>
      <dgm:spPr/>
      <dgm:t>
        <a:bodyPr/>
        <a:lstStyle/>
        <a:p>
          <a:endParaRPr lang="en-US"/>
        </a:p>
      </dgm:t>
    </dgm:pt>
    <dgm:pt modelId="{513DAEF1-C81D-4647-A247-DA3D1347755C}" type="sibTrans" cxnId="{F270CA70-BB5B-4EE1-9AE1-3CB1698E9F82}">
      <dgm:prSet/>
      <dgm:spPr/>
      <dgm:t>
        <a:bodyPr/>
        <a:lstStyle/>
        <a:p>
          <a:endParaRPr lang="en-US"/>
        </a:p>
      </dgm:t>
    </dgm:pt>
    <dgm:pt modelId="{08E658A4-23B6-4CAF-93F2-E5B7FBFA53F2}">
      <dgm:prSet/>
      <dgm:spPr/>
      <dgm:t>
        <a:bodyPr/>
        <a:lstStyle/>
        <a:p>
          <a:r>
            <a:rPr lang="es-ES" dirty="0"/>
            <a:t> Coordina la comunicación entre la Vista y el Modelo.</a:t>
          </a:r>
          <a:endParaRPr lang="en-US" dirty="0"/>
        </a:p>
      </dgm:t>
    </dgm:pt>
    <dgm:pt modelId="{7B848A8A-51AB-4D97-ABB2-E423A72D1049}" type="parTrans" cxnId="{E4AF2591-22F1-47B4-A156-E504CF041B50}">
      <dgm:prSet/>
      <dgm:spPr/>
      <dgm:t>
        <a:bodyPr/>
        <a:lstStyle/>
        <a:p>
          <a:endParaRPr lang="en-US"/>
        </a:p>
      </dgm:t>
    </dgm:pt>
    <dgm:pt modelId="{BBFE598A-A9E0-4FBF-8C9A-A9BEB3B94EB7}" type="sibTrans" cxnId="{E4AF2591-22F1-47B4-A156-E504CF041B50}">
      <dgm:prSet/>
      <dgm:spPr/>
      <dgm:t>
        <a:bodyPr/>
        <a:lstStyle/>
        <a:p>
          <a:endParaRPr lang="en-US"/>
        </a:p>
      </dgm:t>
    </dgm:pt>
    <dgm:pt modelId="{A344011A-D073-4E95-A0CE-4FD22381B9E7}">
      <dgm:prSet/>
      <dgm:spPr/>
      <dgm:t>
        <a:bodyPr/>
        <a:lstStyle/>
        <a:p>
          <a:r>
            <a:rPr lang="es-ES" dirty="0"/>
            <a:t>Controlador:</a:t>
          </a:r>
          <a:endParaRPr lang="en-US" dirty="0"/>
        </a:p>
      </dgm:t>
    </dgm:pt>
    <dgm:pt modelId="{92DDB606-B623-4D0A-87C6-7874F0D7D240}" type="parTrans" cxnId="{D1076853-2ADB-463A-B9C4-F840CE68BD83}">
      <dgm:prSet/>
      <dgm:spPr/>
      <dgm:t>
        <a:bodyPr/>
        <a:lstStyle/>
        <a:p>
          <a:endParaRPr lang="en-US"/>
        </a:p>
      </dgm:t>
    </dgm:pt>
    <dgm:pt modelId="{CD7CA67E-3F0C-447F-B717-1ADA7B0E9E28}" type="sibTrans" cxnId="{D1076853-2ADB-463A-B9C4-F840CE68BD83}">
      <dgm:prSet/>
      <dgm:spPr/>
      <dgm:t>
        <a:bodyPr/>
        <a:lstStyle/>
        <a:p>
          <a:endParaRPr lang="en-US"/>
        </a:p>
      </dgm:t>
    </dgm:pt>
    <dgm:pt modelId="{E6444B18-1366-4398-952B-DB11A6A3658F}">
      <dgm:prSet/>
      <dgm:spPr/>
      <dgm:t>
        <a:bodyPr/>
        <a:lstStyle/>
        <a:p>
          <a:r>
            <a:rPr lang="es-ES" dirty="0"/>
            <a:t>Presenta la información al usuario (HTML, CSS, JS).</a:t>
          </a:r>
          <a:endParaRPr lang="en-US" dirty="0"/>
        </a:p>
      </dgm:t>
    </dgm:pt>
    <dgm:pt modelId="{C86A8C93-23D9-4246-99F0-E4FFFE613B00}" type="parTrans" cxnId="{3331F765-196A-44A6-A118-C2C3A241CC8C}">
      <dgm:prSet/>
      <dgm:spPr/>
      <dgm:t>
        <a:bodyPr/>
        <a:lstStyle/>
        <a:p>
          <a:endParaRPr lang="en-US"/>
        </a:p>
      </dgm:t>
    </dgm:pt>
    <dgm:pt modelId="{2E4E4C9F-7BC9-420B-89E2-511F2F562BB6}" type="sibTrans" cxnId="{3331F765-196A-44A6-A118-C2C3A241CC8C}">
      <dgm:prSet/>
      <dgm:spPr/>
      <dgm:t>
        <a:bodyPr/>
        <a:lstStyle/>
        <a:p>
          <a:endParaRPr lang="en-US"/>
        </a:p>
      </dgm:t>
    </dgm:pt>
    <dgm:pt modelId="{7959204B-3173-46E3-8F14-01D15B91A45D}">
      <dgm:prSet/>
      <dgm:spPr/>
      <dgm:t>
        <a:bodyPr/>
        <a:lstStyle/>
        <a:p>
          <a:r>
            <a:rPr lang="es-ES" dirty="0"/>
            <a:t>Vista:</a:t>
          </a:r>
          <a:endParaRPr lang="en-US" dirty="0"/>
        </a:p>
      </dgm:t>
    </dgm:pt>
    <dgm:pt modelId="{6593D6E3-4ADF-4265-8234-8B60951B7835}" type="parTrans" cxnId="{1A9E078B-CEF7-41C1-8EF3-E7CBD742C1BA}">
      <dgm:prSet/>
      <dgm:spPr/>
      <dgm:t>
        <a:bodyPr/>
        <a:lstStyle/>
        <a:p>
          <a:endParaRPr lang="en-US"/>
        </a:p>
      </dgm:t>
    </dgm:pt>
    <dgm:pt modelId="{3B1E5955-82A5-4565-B655-09904A0152E1}" type="sibTrans" cxnId="{1A9E078B-CEF7-41C1-8EF3-E7CBD742C1BA}">
      <dgm:prSet/>
      <dgm:spPr/>
      <dgm:t>
        <a:bodyPr/>
        <a:lstStyle/>
        <a:p>
          <a:endParaRPr lang="en-US"/>
        </a:p>
      </dgm:t>
    </dgm:pt>
    <dgm:pt modelId="{0C94292A-57FC-4886-A479-3C36D0134CCF}">
      <dgm:prSet/>
      <dgm:spPr/>
      <dgm:t>
        <a:bodyPr/>
        <a:lstStyle/>
        <a:p>
          <a:r>
            <a:rPr lang="es-ES"/>
            <a:t>Maneja </a:t>
          </a:r>
          <a:r>
            <a:rPr lang="es-ES" dirty="0"/>
            <a:t>los datos y reglas de negocio.</a:t>
          </a:r>
          <a:endParaRPr lang="en-US" dirty="0"/>
        </a:p>
      </dgm:t>
    </dgm:pt>
    <dgm:pt modelId="{7D416E78-D86A-4532-9B4C-088DE18CFFE3}" type="parTrans" cxnId="{248DD679-E1D4-467C-B392-8A1BDAFE491F}">
      <dgm:prSet/>
      <dgm:spPr/>
      <dgm:t>
        <a:bodyPr/>
        <a:lstStyle/>
        <a:p>
          <a:endParaRPr lang="en-US"/>
        </a:p>
      </dgm:t>
    </dgm:pt>
    <dgm:pt modelId="{554FD63E-82F2-4A19-A653-BBE863262937}" type="sibTrans" cxnId="{248DD679-E1D4-467C-B392-8A1BDAFE491F}">
      <dgm:prSet/>
      <dgm:spPr/>
      <dgm:t>
        <a:bodyPr/>
        <a:lstStyle/>
        <a:p>
          <a:endParaRPr lang="en-US"/>
        </a:p>
      </dgm:t>
    </dgm:pt>
    <dgm:pt modelId="{81843C3D-E4E1-4D12-830F-7708FD55265B}">
      <dgm:prSet/>
      <dgm:spPr/>
      <dgm:t>
        <a:bodyPr/>
        <a:lstStyle/>
        <a:p>
          <a:r>
            <a:rPr lang="es-ES"/>
            <a:t>Modelo:</a:t>
          </a:r>
          <a:endParaRPr lang="en-US" dirty="0"/>
        </a:p>
      </dgm:t>
    </dgm:pt>
    <dgm:pt modelId="{E4D62E8F-2CA8-4CA5-A48C-44636C7FE764}" type="parTrans" cxnId="{43A38F71-C2E6-45F7-84FA-63FC15F8E55B}">
      <dgm:prSet/>
      <dgm:spPr/>
      <dgm:t>
        <a:bodyPr/>
        <a:lstStyle/>
        <a:p>
          <a:endParaRPr lang="en-US"/>
        </a:p>
      </dgm:t>
    </dgm:pt>
    <dgm:pt modelId="{3C60F5AB-CF35-41CA-9B5F-C50E7477772B}" type="sibTrans" cxnId="{43A38F71-C2E6-45F7-84FA-63FC15F8E55B}">
      <dgm:prSet/>
      <dgm:spPr/>
      <dgm:t>
        <a:bodyPr/>
        <a:lstStyle/>
        <a:p>
          <a:endParaRPr lang="en-US"/>
        </a:p>
      </dgm:t>
    </dgm:pt>
    <dgm:pt modelId="{E9E92CA8-8116-4727-91A8-BE24CA3B730A}" type="pres">
      <dgm:prSet presAssocID="{0EC98D14-7D03-4A92-B3BA-0DBD76AA6158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89FA5FC-EC1A-4B0E-B3C7-4C965B3992F3}" type="pres">
      <dgm:prSet presAssocID="{81843C3D-E4E1-4D12-830F-7708FD55265B}" presName="ParentComposite" presStyleCnt="0"/>
      <dgm:spPr/>
    </dgm:pt>
    <dgm:pt modelId="{E19DFDDC-272C-4F49-8028-B45157FCC627}" type="pres">
      <dgm:prSet presAssocID="{81843C3D-E4E1-4D12-830F-7708FD55265B}" presName="Chord" presStyleLbl="bgShp" presStyleIdx="0" presStyleCnt="4"/>
      <dgm:spPr/>
    </dgm:pt>
    <dgm:pt modelId="{87D42D63-9008-4031-B77E-E348133F2997}" type="pres">
      <dgm:prSet presAssocID="{81843C3D-E4E1-4D12-830F-7708FD55265B}" presName="Pie" presStyleLbl="alignNode1" presStyleIdx="0" presStyleCnt="4"/>
      <dgm:spPr/>
    </dgm:pt>
    <dgm:pt modelId="{BA5249A2-DCF6-4CCE-8C17-4634EEEC9EC4}" type="pres">
      <dgm:prSet presAssocID="{81843C3D-E4E1-4D12-830F-7708FD55265B}" presName="Parent" presStyleLbl="revTx" presStyleIdx="0" presStyleCnt="8">
        <dgm:presLayoutVars>
          <dgm:chMax val="1"/>
          <dgm:chPref val="1"/>
          <dgm:bulletEnabled val="1"/>
        </dgm:presLayoutVars>
      </dgm:prSet>
      <dgm:spPr/>
    </dgm:pt>
    <dgm:pt modelId="{E5DD6D94-6603-437E-8B25-34F955B2DDD1}" type="pres">
      <dgm:prSet presAssocID="{554FD63E-82F2-4A19-A653-BBE863262937}" presName="negSibTrans" presStyleCnt="0"/>
      <dgm:spPr/>
    </dgm:pt>
    <dgm:pt modelId="{9161392D-B0DA-48FC-ADD5-31FEEC9757F0}" type="pres">
      <dgm:prSet presAssocID="{81843C3D-E4E1-4D12-830F-7708FD55265B}" presName="composite" presStyleCnt="0"/>
      <dgm:spPr/>
    </dgm:pt>
    <dgm:pt modelId="{9A5A3391-4F1D-4E9F-ABCF-19A4C7D08618}" type="pres">
      <dgm:prSet presAssocID="{81843C3D-E4E1-4D12-830F-7708FD55265B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0694A1AB-CE2E-4EB0-99EE-3DEE8944FE31}" type="pres">
      <dgm:prSet presAssocID="{3C60F5AB-CF35-41CA-9B5F-C50E7477772B}" presName="sibTrans" presStyleCnt="0"/>
      <dgm:spPr/>
    </dgm:pt>
    <dgm:pt modelId="{05CA1679-8BD8-4A76-A75E-64168F3D812C}" type="pres">
      <dgm:prSet presAssocID="{7959204B-3173-46E3-8F14-01D15B91A45D}" presName="ParentComposite" presStyleCnt="0"/>
      <dgm:spPr/>
    </dgm:pt>
    <dgm:pt modelId="{73C96D80-A982-4077-B091-D1C1514BC678}" type="pres">
      <dgm:prSet presAssocID="{7959204B-3173-46E3-8F14-01D15B91A45D}" presName="Chord" presStyleLbl="bgShp" presStyleIdx="1" presStyleCnt="4"/>
      <dgm:spPr/>
    </dgm:pt>
    <dgm:pt modelId="{40C947D9-63DA-44A4-A761-E8723E3F7CC8}" type="pres">
      <dgm:prSet presAssocID="{7959204B-3173-46E3-8F14-01D15B91A45D}" presName="Pie" presStyleLbl="alignNode1" presStyleIdx="1" presStyleCnt="4"/>
      <dgm:spPr/>
    </dgm:pt>
    <dgm:pt modelId="{C2D77FE1-2893-49D7-B4E4-C8E540BC7928}" type="pres">
      <dgm:prSet presAssocID="{7959204B-3173-46E3-8F14-01D15B91A45D}" presName="Parent" presStyleLbl="revTx" presStyleIdx="2" presStyleCnt="8">
        <dgm:presLayoutVars>
          <dgm:chMax val="1"/>
          <dgm:chPref val="1"/>
          <dgm:bulletEnabled val="1"/>
        </dgm:presLayoutVars>
      </dgm:prSet>
      <dgm:spPr/>
    </dgm:pt>
    <dgm:pt modelId="{20FD9F7E-D82A-4F0B-A95C-7285F5B128A1}" type="pres">
      <dgm:prSet presAssocID="{2E4E4C9F-7BC9-420B-89E2-511F2F562BB6}" presName="negSibTrans" presStyleCnt="0"/>
      <dgm:spPr/>
    </dgm:pt>
    <dgm:pt modelId="{916DD8B4-3C90-4F4C-81DD-F3F7790B9AF6}" type="pres">
      <dgm:prSet presAssocID="{7959204B-3173-46E3-8F14-01D15B91A45D}" presName="composite" presStyleCnt="0"/>
      <dgm:spPr/>
    </dgm:pt>
    <dgm:pt modelId="{15B34788-7931-4EB4-A919-AD96A0037C01}" type="pres">
      <dgm:prSet presAssocID="{7959204B-3173-46E3-8F14-01D15B91A45D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89A136A8-9482-4721-8C06-0E70BF9BD1CE}" type="pres">
      <dgm:prSet presAssocID="{3B1E5955-82A5-4565-B655-09904A0152E1}" presName="sibTrans" presStyleCnt="0"/>
      <dgm:spPr/>
    </dgm:pt>
    <dgm:pt modelId="{754C239C-56A9-49B4-AC16-C58F50BCB645}" type="pres">
      <dgm:prSet presAssocID="{A344011A-D073-4E95-A0CE-4FD22381B9E7}" presName="ParentComposite" presStyleCnt="0"/>
      <dgm:spPr/>
    </dgm:pt>
    <dgm:pt modelId="{6D4942AC-73B3-4BA0-9957-A53C2DA7AA10}" type="pres">
      <dgm:prSet presAssocID="{A344011A-D073-4E95-A0CE-4FD22381B9E7}" presName="Chord" presStyleLbl="bgShp" presStyleIdx="2" presStyleCnt="4"/>
      <dgm:spPr/>
    </dgm:pt>
    <dgm:pt modelId="{BFD0967E-453E-4BFA-B800-A50D52ECEE4E}" type="pres">
      <dgm:prSet presAssocID="{A344011A-D073-4E95-A0CE-4FD22381B9E7}" presName="Pie" presStyleLbl="alignNode1" presStyleIdx="2" presStyleCnt="4"/>
      <dgm:spPr/>
    </dgm:pt>
    <dgm:pt modelId="{31AE459D-EAB5-4D8A-83C4-AB97DE275A62}" type="pres">
      <dgm:prSet presAssocID="{A344011A-D073-4E95-A0CE-4FD22381B9E7}" presName="Parent" presStyleLbl="revTx" presStyleIdx="4" presStyleCnt="8">
        <dgm:presLayoutVars>
          <dgm:chMax val="1"/>
          <dgm:chPref val="1"/>
          <dgm:bulletEnabled val="1"/>
        </dgm:presLayoutVars>
      </dgm:prSet>
      <dgm:spPr/>
    </dgm:pt>
    <dgm:pt modelId="{3663AE7C-CE2B-4549-BCFD-906F50B3472B}" type="pres">
      <dgm:prSet presAssocID="{BBFE598A-A9E0-4FBF-8C9A-A9BEB3B94EB7}" presName="negSibTrans" presStyleCnt="0"/>
      <dgm:spPr/>
    </dgm:pt>
    <dgm:pt modelId="{FE158FCC-9141-4B18-B519-D246D6A41578}" type="pres">
      <dgm:prSet presAssocID="{A344011A-D073-4E95-A0CE-4FD22381B9E7}" presName="composite" presStyleCnt="0"/>
      <dgm:spPr/>
    </dgm:pt>
    <dgm:pt modelId="{10DD3A41-9B10-405E-99D4-64E61ECF358E}" type="pres">
      <dgm:prSet presAssocID="{A344011A-D073-4E95-A0CE-4FD22381B9E7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8D8553C5-CACE-49B3-9EA1-1432EB4212C0}" type="pres">
      <dgm:prSet presAssocID="{CD7CA67E-3F0C-447F-B717-1ADA7B0E9E28}" presName="sibTrans" presStyleCnt="0"/>
      <dgm:spPr/>
    </dgm:pt>
    <dgm:pt modelId="{D8EF824F-48D3-4BFA-9A43-81B84FAAF139}" type="pres">
      <dgm:prSet presAssocID="{8B8CDD14-041E-467F-AE60-53DFB0A95387}" presName="ParentComposite" presStyleCnt="0"/>
      <dgm:spPr/>
    </dgm:pt>
    <dgm:pt modelId="{702574E3-FC11-43A7-BA89-083A27A49372}" type="pres">
      <dgm:prSet presAssocID="{8B8CDD14-041E-467F-AE60-53DFB0A95387}" presName="Chord" presStyleLbl="bgShp" presStyleIdx="3" presStyleCnt="4"/>
      <dgm:spPr/>
    </dgm:pt>
    <dgm:pt modelId="{241BE6FC-287F-4DFA-928E-C3300C33539D}" type="pres">
      <dgm:prSet presAssocID="{8B8CDD14-041E-467F-AE60-53DFB0A95387}" presName="Pie" presStyleLbl="alignNode1" presStyleIdx="3" presStyleCnt="4"/>
      <dgm:spPr/>
    </dgm:pt>
    <dgm:pt modelId="{5FB37D44-9BB8-49B0-BDF9-A9B415A0E3D3}" type="pres">
      <dgm:prSet presAssocID="{8B8CDD14-041E-467F-AE60-53DFB0A95387}" presName="Parent" presStyleLbl="revTx" presStyleIdx="6" presStyleCnt="8">
        <dgm:presLayoutVars>
          <dgm:chMax val="1"/>
          <dgm:chPref val="1"/>
          <dgm:bulletEnabled val="1"/>
        </dgm:presLayoutVars>
      </dgm:prSet>
      <dgm:spPr/>
    </dgm:pt>
    <dgm:pt modelId="{F1A562B6-1019-45CB-A7D9-5625F936609B}" type="pres">
      <dgm:prSet presAssocID="{513DAEF1-C81D-4647-A247-DA3D1347755C}" presName="negSibTrans" presStyleCnt="0"/>
      <dgm:spPr/>
    </dgm:pt>
    <dgm:pt modelId="{25044C0C-DC54-4B9A-8C9A-ECA55CF1455E}" type="pres">
      <dgm:prSet presAssocID="{8B8CDD14-041E-467F-AE60-53DFB0A95387}" presName="composite" presStyleCnt="0"/>
      <dgm:spPr/>
    </dgm:pt>
    <dgm:pt modelId="{632E3484-DFD6-4468-9608-737F845E0D4A}" type="pres">
      <dgm:prSet presAssocID="{8B8CDD14-041E-467F-AE60-53DFB0A95387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AEF87232-20EB-412C-A405-BF9024CF642A}" type="presOf" srcId="{A344011A-D073-4E95-A0CE-4FD22381B9E7}" destId="{31AE459D-EAB5-4D8A-83C4-AB97DE275A62}" srcOrd="0" destOrd="0" presId="urn:microsoft.com/office/officeart/2009/3/layout/PieProcess"/>
    <dgm:cxn modelId="{863C8F36-12D7-47AE-8EFE-2D39EC0C7818}" type="presOf" srcId="{7959204B-3173-46E3-8F14-01D15B91A45D}" destId="{C2D77FE1-2893-49D7-B4E4-C8E540BC7928}" srcOrd="0" destOrd="0" presId="urn:microsoft.com/office/officeart/2009/3/layout/PieProcess"/>
    <dgm:cxn modelId="{3331F765-196A-44A6-A118-C2C3A241CC8C}" srcId="{7959204B-3173-46E3-8F14-01D15B91A45D}" destId="{E6444B18-1366-4398-952B-DB11A6A3658F}" srcOrd="0" destOrd="0" parTransId="{C86A8C93-23D9-4246-99F0-E4FFFE613B00}" sibTransId="{2E4E4C9F-7BC9-420B-89E2-511F2F562BB6}"/>
    <dgm:cxn modelId="{1F484270-B0E2-41BF-ACC5-36455EEF53A5}" type="presOf" srcId="{81843C3D-E4E1-4D12-830F-7708FD55265B}" destId="{BA5249A2-DCF6-4CCE-8C17-4634EEEC9EC4}" srcOrd="0" destOrd="0" presId="urn:microsoft.com/office/officeart/2009/3/layout/PieProcess"/>
    <dgm:cxn modelId="{F270CA70-BB5B-4EE1-9AE1-3CB1698E9F82}" srcId="{8B8CDD14-041E-467F-AE60-53DFB0A95387}" destId="{02934C53-6D13-494C-81DE-1906D6C61A6C}" srcOrd="0" destOrd="0" parTransId="{CA26A4C9-CC7F-4959-ABB6-671362EF5EC9}" sibTransId="{513DAEF1-C81D-4647-A247-DA3D1347755C}"/>
    <dgm:cxn modelId="{43A38F71-C2E6-45F7-84FA-63FC15F8E55B}" srcId="{0EC98D14-7D03-4A92-B3BA-0DBD76AA6158}" destId="{81843C3D-E4E1-4D12-830F-7708FD55265B}" srcOrd="0" destOrd="0" parTransId="{E4D62E8F-2CA8-4CA5-A48C-44636C7FE764}" sibTransId="{3C60F5AB-CF35-41CA-9B5F-C50E7477772B}"/>
    <dgm:cxn modelId="{D1076853-2ADB-463A-B9C4-F840CE68BD83}" srcId="{0EC98D14-7D03-4A92-B3BA-0DBD76AA6158}" destId="{A344011A-D073-4E95-A0CE-4FD22381B9E7}" srcOrd="2" destOrd="0" parTransId="{92DDB606-B623-4D0A-87C6-7874F0D7D240}" sibTransId="{CD7CA67E-3F0C-447F-B717-1ADA7B0E9E28}"/>
    <dgm:cxn modelId="{248DD679-E1D4-467C-B392-8A1BDAFE491F}" srcId="{81843C3D-E4E1-4D12-830F-7708FD55265B}" destId="{0C94292A-57FC-4886-A479-3C36D0134CCF}" srcOrd="0" destOrd="0" parTransId="{7D416E78-D86A-4532-9B4C-088DE18CFFE3}" sibTransId="{554FD63E-82F2-4A19-A653-BBE863262937}"/>
    <dgm:cxn modelId="{455FBB7C-0BAF-4347-9494-91F5DB1C4310}" type="presOf" srcId="{0EC98D14-7D03-4A92-B3BA-0DBD76AA6158}" destId="{E9E92CA8-8116-4727-91A8-BE24CA3B730A}" srcOrd="0" destOrd="0" presId="urn:microsoft.com/office/officeart/2009/3/layout/PieProcess"/>
    <dgm:cxn modelId="{5EAE7B87-9E30-4B13-BC80-2C0B90EBAEEF}" type="presOf" srcId="{0C94292A-57FC-4886-A479-3C36D0134CCF}" destId="{9A5A3391-4F1D-4E9F-ABCF-19A4C7D08618}" srcOrd="0" destOrd="0" presId="urn:microsoft.com/office/officeart/2009/3/layout/PieProcess"/>
    <dgm:cxn modelId="{1A9E078B-CEF7-41C1-8EF3-E7CBD742C1BA}" srcId="{0EC98D14-7D03-4A92-B3BA-0DBD76AA6158}" destId="{7959204B-3173-46E3-8F14-01D15B91A45D}" srcOrd="1" destOrd="0" parTransId="{6593D6E3-4ADF-4265-8234-8B60951B7835}" sibTransId="{3B1E5955-82A5-4565-B655-09904A0152E1}"/>
    <dgm:cxn modelId="{3141F08F-367A-4224-B9DD-E89E4814E338}" srcId="{0EC98D14-7D03-4A92-B3BA-0DBD76AA6158}" destId="{8B8CDD14-041E-467F-AE60-53DFB0A95387}" srcOrd="3" destOrd="0" parTransId="{673C20DD-AAEE-4A7C-86B3-872F546B266D}" sibTransId="{2FF84190-27C8-40AD-9B38-61549E5FE429}"/>
    <dgm:cxn modelId="{E4AF2591-22F1-47B4-A156-E504CF041B50}" srcId="{A344011A-D073-4E95-A0CE-4FD22381B9E7}" destId="{08E658A4-23B6-4CAF-93F2-E5B7FBFA53F2}" srcOrd="0" destOrd="0" parTransId="{7B848A8A-51AB-4D97-ABB2-E423A72D1049}" sibTransId="{BBFE598A-A9E0-4FBF-8C9A-A9BEB3B94EB7}"/>
    <dgm:cxn modelId="{AB1C80A4-B1B3-45FC-9DDE-6876DCF30C92}" type="presOf" srcId="{02934C53-6D13-494C-81DE-1906D6C61A6C}" destId="{632E3484-DFD6-4468-9608-737F845E0D4A}" srcOrd="0" destOrd="0" presId="urn:microsoft.com/office/officeart/2009/3/layout/PieProcess"/>
    <dgm:cxn modelId="{078F8BD8-2D8D-4A14-8ACE-C5627D2999E1}" type="presOf" srcId="{8B8CDD14-041E-467F-AE60-53DFB0A95387}" destId="{5FB37D44-9BB8-49B0-BDF9-A9B415A0E3D3}" srcOrd="0" destOrd="0" presId="urn:microsoft.com/office/officeart/2009/3/layout/PieProcess"/>
    <dgm:cxn modelId="{467D48F5-A0B6-454C-9D4D-443C6A80D440}" type="presOf" srcId="{08E658A4-23B6-4CAF-93F2-E5B7FBFA53F2}" destId="{10DD3A41-9B10-405E-99D4-64E61ECF358E}" srcOrd="0" destOrd="0" presId="urn:microsoft.com/office/officeart/2009/3/layout/PieProcess"/>
    <dgm:cxn modelId="{FCE4DCF9-4929-4B73-9EA8-0858CA0E1ADD}" type="presOf" srcId="{E6444B18-1366-4398-952B-DB11A6A3658F}" destId="{15B34788-7931-4EB4-A919-AD96A0037C01}" srcOrd="0" destOrd="0" presId="urn:microsoft.com/office/officeart/2009/3/layout/PieProcess"/>
    <dgm:cxn modelId="{DC227C58-CD62-40F2-A3E7-4E1F91796793}" type="presParOf" srcId="{E9E92CA8-8116-4727-91A8-BE24CA3B730A}" destId="{089FA5FC-EC1A-4B0E-B3C7-4C965B3992F3}" srcOrd="0" destOrd="0" presId="urn:microsoft.com/office/officeart/2009/3/layout/PieProcess"/>
    <dgm:cxn modelId="{6039EB2A-A096-44B2-ABE9-A7FCCFE3A2C7}" type="presParOf" srcId="{089FA5FC-EC1A-4B0E-B3C7-4C965B3992F3}" destId="{E19DFDDC-272C-4F49-8028-B45157FCC627}" srcOrd="0" destOrd="0" presId="urn:microsoft.com/office/officeart/2009/3/layout/PieProcess"/>
    <dgm:cxn modelId="{0373BA9D-4685-42B1-BA20-06747BBD154B}" type="presParOf" srcId="{089FA5FC-EC1A-4B0E-B3C7-4C965B3992F3}" destId="{87D42D63-9008-4031-B77E-E348133F2997}" srcOrd="1" destOrd="0" presId="urn:microsoft.com/office/officeart/2009/3/layout/PieProcess"/>
    <dgm:cxn modelId="{7861FA75-B777-4DCF-B256-5BA6F75ED6F2}" type="presParOf" srcId="{089FA5FC-EC1A-4B0E-B3C7-4C965B3992F3}" destId="{BA5249A2-DCF6-4CCE-8C17-4634EEEC9EC4}" srcOrd="2" destOrd="0" presId="urn:microsoft.com/office/officeart/2009/3/layout/PieProcess"/>
    <dgm:cxn modelId="{1C81A120-CA37-4D3A-9431-1FC9CAF15B22}" type="presParOf" srcId="{E9E92CA8-8116-4727-91A8-BE24CA3B730A}" destId="{E5DD6D94-6603-437E-8B25-34F955B2DDD1}" srcOrd="1" destOrd="0" presId="urn:microsoft.com/office/officeart/2009/3/layout/PieProcess"/>
    <dgm:cxn modelId="{91BDCC45-CDC4-4FBE-B7CE-E6EB4092AFAE}" type="presParOf" srcId="{E9E92CA8-8116-4727-91A8-BE24CA3B730A}" destId="{9161392D-B0DA-48FC-ADD5-31FEEC9757F0}" srcOrd="2" destOrd="0" presId="urn:microsoft.com/office/officeart/2009/3/layout/PieProcess"/>
    <dgm:cxn modelId="{640237AC-5ED6-4377-874E-C643BE19DD46}" type="presParOf" srcId="{9161392D-B0DA-48FC-ADD5-31FEEC9757F0}" destId="{9A5A3391-4F1D-4E9F-ABCF-19A4C7D08618}" srcOrd="0" destOrd="0" presId="urn:microsoft.com/office/officeart/2009/3/layout/PieProcess"/>
    <dgm:cxn modelId="{6B774B90-4F47-41F7-BA2D-728648CE51AA}" type="presParOf" srcId="{E9E92CA8-8116-4727-91A8-BE24CA3B730A}" destId="{0694A1AB-CE2E-4EB0-99EE-3DEE8944FE31}" srcOrd="3" destOrd="0" presId="urn:microsoft.com/office/officeart/2009/3/layout/PieProcess"/>
    <dgm:cxn modelId="{BF10D39F-BB49-473A-B924-FA4AB431B2A9}" type="presParOf" srcId="{E9E92CA8-8116-4727-91A8-BE24CA3B730A}" destId="{05CA1679-8BD8-4A76-A75E-64168F3D812C}" srcOrd="4" destOrd="0" presId="urn:microsoft.com/office/officeart/2009/3/layout/PieProcess"/>
    <dgm:cxn modelId="{34AF6459-7466-44E2-9716-C7D411B06671}" type="presParOf" srcId="{05CA1679-8BD8-4A76-A75E-64168F3D812C}" destId="{73C96D80-A982-4077-B091-D1C1514BC678}" srcOrd="0" destOrd="0" presId="urn:microsoft.com/office/officeart/2009/3/layout/PieProcess"/>
    <dgm:cxn modelId="{EB5E82F9-48AF-4345-A31F-20B850FF76D7}" type="presParOf" srcId="{05CA1679-8BD8-4A76-A75E-64168F3D812C}" destId="{40C947D9-63DA-44A4-A761-E8723E3F7CC8}" srcOrd="1" destOrd="0" presId="urn:microsoft.com/office/officeart/2009/3/layout/PieProcess"/>
    <dgm:cxn modelId="{167F10A3-0C05-43F0-A18C-E81B47932508}" type="presParOf" srcId="{05CA1679-8BD8-4A76-A75E-64168F3D812C}" destId="{C2D77FE1-2893-49D7-B4E4-C8E540BC7928}" srcOrd="2" destOrd="0" presId="urn:microsoft.com/office/officeart/2009/3/layout/PieProcess"/>
    <dgm:cxn modelId="{B3CF124D-53AB-4F80-84B3-D5187F6AB7F0}" type="presParOf" srcId="{E9E92CA8-8116-4727-91A8-BE24CA3B730A}" destId="{20FD9F7E-D82A-4F0B-A95C-7285F5B128A1}" srcOrd="5" destOrd="0" presId="urn:microsoft.com/office/officeart/2009/3/layout/PieProcess"/>
    <dgm:cxn modelId="{ABC4DFEC-983B-4C97-9DFC-A0BA5B9F7263}" type="presParOf" srcId="{E9E92CA8-8116-4727-91A8-BE24CA3B730A}" destId="{916DD8B4-3C90-4F4C-81DD-F3F7790B9AF6}" srcOrd="6" destOrd="0" presId="urn:microsoft.com/office/officeart/2009/3/layout/PieProcess"/>
    <dgm:cxn modelId="{D8223A22-54F7-4615-A3FB-5FEA9539912F}" type="presParOf" srcId="{916DD8B4-3C90-4F4C-81DD-F3F7790B9AF6}" destId="{15B34788-7931-4EB4-A919-AD96A0037C01}" srcOrd="0" destOrd="0" presId="urn:microsoft.com/office/officeart/2009/3/layout/PieProcess"/>
    <dgm:cxn modelId="{E7BF84F0-EBF6-43D5-8E13-049922F762B0}" type="presParOf" srcId="{E9E92CA8-8116-4727-91A8-BE24CA3B730A}" destId="{89A136A8-9482-4721-8C06-0E70BF9BD1CE}" srcOrd="7" destOrd="0" presId="urn:microsoft.com/office/officeart/2009/3/layout/PieProcess"/>
    <dgm:cxn modelId="{3A7CC155-A204-43B5-9922-3EB160F1197F}" type="presParOf" srcId="{E9E92CA8-8116-4727-91A8-BE24CA3B730A}" destId="{754C239C-56A9-49B4-AC16-C58F50BCB645}" srcOrd="8" destOrd="0" presId="urn:microsoft.com/office/officeart/2009/3/layout/PieProcess"/>
    <dgm:cxn modelId="{B8138283-623D-4441-93DE-33BC056D1585}" type="presParOf" srcId="{754C239C-56A9-49B4-AC16-C58F50BCB645}" destId="{6D4942AC-73B3-4BA0-9957-A53C2DA7AA10}" srcOrd="0" destOrd="0" presId="urn:microsoft.com/office/officeart/2009/3/layout/PieProcess"/>
    <dgm:cxn modelId="{2BB5F562-CCFD-48E9-A368-1523CFF735E2}" type="presParOf" srcId="{754C239C-56A9-49B4-AC16-C58F50BCB645}" destId="{BFD0967E-453E-4BFA-B800-A50D52ECEE4E}" srcOrd="1" destOrd="0" presId="urn:microsoft.com/office/officeart/2009/3/layout/PieProcess"/>
    <dgm:cxn modelId="{07BC9644-41CB-4EE0-ABBD-EB8CC8509863}" type="presParOf" srcId="{754C239C-56A9-49B4-AC16-C58F50BCB645}" destId="{31AE459D-EAB5-4D8A-83C4-AB97DE275A62}" srcOrd="2" destOrd="0" presId="urn:microsoft.com/office/officeart/2009/3/layout/PieProcess"/>
    <dgm:cxn modelId="{7CCD45E2-609B-42B9-A41D-820405050E0D}" type="presParOf" srcId="{E9E92CA8-8116-4727-91A8-BE24CA3B730A}" destId="{3663AE7C-CE2B-4549-BCFD-906F50B3472B}" srcOrd="9" destOrd="0" presId="urn:microsoft.com/office/officeart/2009/3/layout/PieProcess"/>
    <dgm:cxn modelId="{C1B287C3-F086-4A39-A940-EC0E22A05C0E}" type="presParOf" srcId="{E9E92CA8-8116-4727-91A8-BE24CA3B730A}" destId="{FE158FCC-9141-4B18-B519-D246D6A41578}" srcOrd="10" destOrd="0" presId="urn:microsoft.com/office/officeart/2009/3/layout/PieProcess"/>
    <dgm:cxn modelId="{D7AE0CD0-354A-4CE5-86F8-5E603EEE7CDF}" type="presParOf" srcId="{FE158FCC-9141-4B18-B519-D246D6A41578}" destId="{10DD3A41-9B10-405E-99D4-64E61ECF358E}" srcOrd="0" destOrd="0" presId="urn:microsoft.com/office/officeart/2009/3/layout/PieProcess"/>
    <dgm:cxn modelId="{747DB552-52DF-4654-9647-7365B5DAB14F}" type="presParOf" srcId="{E9E92CA8-8116-4727-91A8-BE24CA3B730A}" destId="{8D8553C5-CACE-49B3-9EA1-1432EB4212C0}" srcOrd="11" destOrd="0" presId="urn:microsoft.com/office/officeart/2009/3/layout/PieProcess"/>
    <dgm:cxn modelId="{8FD0990D-3B7F-453E-B737-37D0B53FE03B}" type="presParOf" srcId="{E9E92CA8-8116-4727-91A8-BE24CA3B730A}" destId="{D8EF824F-48D3-4BFA-9A43-81B84FAAF139}" srcOrd="12" destOrd="0" presId="urn:microsoft.com/office/officeart/2009/3/layout/PieProcess"/>
    <dgm:cxn modelId="{FC0E2A9C-A368-4F59-B508-C1368DC0DA2A}" type="presParOf" srcId="{D8EF824F-48D3-4BFA-9A43-81B84FAAF139}" destId="{702574E3-FC11-43A7-BA89-083A27A49372}" srcOrd="0" destOrd="0" presId="urn:microsoft.com/office/officeart/2009/3/layout/PieProcess"/>
    <dgm:cxn modelId="{10DC59A2-A51A-4935-84BF-CB7BAB4BF157}" type="presParOf" srcId="{D8EF824F-48D3-4BFA-9A43-81B84FAAF139}" destId="{241BE6FC-287F-4DFA-928E-C3300C33539D}" srcOrd="1" destOrd="0" presId="urn:microsoft.com/office/officeart/2009/3/layout/PieProcess"/>
    <dgm:cxn modelId="{59C22671-9593-48D0-A33B-491A30DCC091}" type="presParOf" srcId="{D8EF824F-48D3-4BFA-9A43-81B84FAAF139}" destId="{5FB37D44-9BB8-49B0-BDF9-A9B415A0E3D3}" srcOrd="2" destOrd="0" presId="urn:microsoft.com/office/officeart/2009/3/layout/PieProcess"/>
    <dgm:cxn modelId="{82A97C22-84AD-4A0E-B8C5-064D0F137873}" type="presParOf" srcId="{E9E92CA8-8116-4727-91A8-BE24CA3B730A}" destId="{F1A562B6-1019-45CB-A7D9-5625F936609B}" srcOrd="13" destOrd="0" presId="urn:microsoft.com/office/officeart/2009/3/layout/PieProcess"/>
    <dgm:cxn modelId="{CCA55E5D-9B01-48D7-ABEB-235352C659F4}" type="presParOf" srcId="{E9E92CA8-8116-4727-91A8-BE24CA3B730A}" destId="{25044C0C-DC54-4B9A-8C9A-ECA55CF1455E}" srcOrd="14" destOrd="0" presId="urn:microsoft.com/office/officeart/2009/3/layout/PieProcess"/>
    <dgm:cxn modelId="{7C3B0D7F-7D9C-4196-8C5D-4695EAEAC0C8}" type="presParOf" srcId="{25044C0C-DC54-4B9A-8C9A-ECA55CF1455E}" destId="{632E3484-DFD6-4468-9608-737F845E0D4A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C98D14-7D03-4A92-B3BA-0DBD76AA6158}" type="doc">
      <dgm:prSet loTypeId="urn:microsoft.com/office/officeart/2005/8/layout/vList5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FDAD50D-B4C1-4120-A4C4-DBCFA35E808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HTML5</a:t>
          </a:r>
          <a:r>
            <a:rPr lang="en-US" dirty="0"/>
            <a:t> →</a:t>
          </a:r>
        </a:p>
      </dgm:t>
    </dgm:pt>
    <dgm:pt modelId="{5A70C3E0-1B19-4B87-B0AE-F404DB513C6A}" type="parTrans" cxnId="{A904CE0B-5E02-4FB4-B702-949F4EF600B4}">
      <dgm:prSet/>
      <dgm:spPr/>
      <dgm:t>
        <a:bodyPr/>
        <a:lstStyle/>
        <a:p>
          <a:endParaRPr lang="en-US"/>
        </a:p>
      </dgm:t>
    </dgm:pt>
    <dgm:pt modelId="{AD16187A-C0FD-4F2E-A343-62AD2670F2C2}" type="sibTrans" cxnId="{A904CE0B-5E02-4FB4-B702-949F4EF600B4}">
      <dgm:prSet/>
      <dgm:spPr/>
      <dgm:t>
        <a:bodyPr/>
        <a:lstStyle/>
        <a:p>
          <a:endParaRPr lang="en-US"/>
        </a:p>
      </dgm:t>
    </dgm:pt>
    <dgm:pt modelId="{5AA893B0-B7A9-473A-BC9B-27AE46DB79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CSS3</a:t>
          </a:r>
          <a:r>
            <a:rPr lang="en-US" dirty="0"/>
            <a:t> →</a:t>
          </a:r>
        </a:p>
      </dgm:t>
    </dgm:pt>
    <dgm:pt modelId="{786B1502-0A8F-4255-9A6E-E14AF297ECA8}" type="parTrans" cxnId="{EA7BC371-A0C9-4B29-9986-60C68C8F4337}">
      <dgm:prSet/>
      <dgm:spPr/>
      <dgm:t>
        <a:bodyPr/>
        <a:lstStyle/>
        <a:p>
          <a:endParaRPr lang="en-US"/>
        </a:p>
      </dgm:t>
    </dgm:pt>
    <dgm:pt modelId="{71F5809C-C790-4FD9-ABB7-DA7BD0E53414}" type="sibTrans" cxnId="{EA7BC371-A0C9-4B29-9986-60C68C8F4337}">
      <dgm:prSet/>
      <dgm:spPr/>
      <dgm:t>
        <a:bodyPr/>
        <a:lstStyle/>
        <a:p>
          <a:endParaRPr lang="en-US"/>
        </a:p>
      </dgm:t>
    </dgm:pt>
    <dgm:pt modelId="{2D7662C9-8FE1-4602-9AF8-53FB078E4B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JavaScript/TypeScript</a:t>
          </a:r>
          <a:r>
            <a:rPr lang="en-US" dirty="0"/>
            <a:t> →</a:t>
          </a:r>
        </a:p>
      </dgm:t>
    </dgm:pt>
    <dgm:pt modelId="{380289CB-2418-4A2E-AA76-182D1BEB4253}" type="parTrans" cxnId="{FDE7E416-90DE-4698-8E6A-D6ED7C8025E3}">
      <dgm:prSet/>
      <dgm:spPr/>
      <dgm:t>
        <a:bodyPr/>
        <a:lstStyle/>
        <a:p>
          <a:endParaRPr lang="en-US"/>
        </a:p>
      </dgm:t>
    </dgm:pt>
    <dgm:pt modelId="{6536C8F6-0958-4776-8709-3ED8FA7EFEA2}" type="sibTrans" cxnId="{FDE7E416-90DE-4698-8E6A-D6ED7C8025E3}">
      <dgm:prSet/>
      <dgm:spPr/>
      <dgm:t>
        <a:bodyPr/>
        <a:lstStyle/>
        <a:p>
          <a:endParaRPr lang="en-US"/>
        </a:p>
      </dgm:t>
    </dgm:pt>
    <dgm:pt modelId="{A21F8140-52C6-46E5-AD8E-4D17204C8E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C#</a:t>
          </a:r>
          <a:r>
            <a:rPr lang="en-US" dirty="0"/>
            <a:t> en ASP.NET →</a:t>
          </a:r>
        </a:p>
      </dgm:t>
    </dgm:pt>
    <dgm:pt modelId="{98D77967-E066-4D12-A499-FCB2436A5681}" type="parTrans" cxnId="{1B23786F-D433-4FC2-A108-978B3680A685}">
      <dgm:prSet/>
      <dgm:spPr/>
      <dgm:t>
        <a:bodyPr/>
        <a:lstStyle/>
        <a:p>
          <a:endParaRPr lang="en-US"/>
        </a:p>
      </dgm:t>
    </dgm:pt>
    <dgm:pt modelId="{9D66EAB1-4A0D-45F1-BC5D-1A80B92A742D}" type="sibTrans" cxnId="{1B23786F-D433-4FC2-A108-978B3680A685}">
      <dgm:prSet/>
      <dgm:spPr/>
      <dgm:t>
        <a:bodyPr/>
        <a:lstStyle/>
        <a:p>
          <a:endParaRPr lang="en-US"/>
        </a:p>
      </dgm:t>
    </dgm:pt>
    <dgm:pt modelId="{2CE24805-2480-4E95-AE5E-2B9EC4CE561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dirty="0" err="1"/>
            <a:t>Entity</a:t>
          </a:r>
          <a:r>
            <a:rPr lang="es-ES" b="1" dirty="0"/>
            <a:t> Framework</a:t>
          </a:r>
          <a:r>
            <a:rPr lang="es-ES" dirty="0"/>
            <a:t> →</a:t>
          </a:r>
        </a:p>
      </dgm:t>
    </dgm:pt>
    <dgm:pt modelId="{ECDACFEF-F9F5-4AA5-A502-13F7E4D68EE8}" type="parTrans" cxnId="{4E5E1984-9EDB-49D5-A862-4549328FDAB3}">
      <dgm:prSet/>
      <dgm:spPr/>
      <dgm:t>
        <a:bodyPr/>
        <a:lstStyle/>
        <a:p>
          <a:endParaRPr lang="en-US"/>
        </a:p>
      </dgm:t>
    </dgm:pt>
    <dgm:pt modelId="{C3F3CE7D-859E-4B41-8C31-7AD2B51A05BC}" type="sibTrans" cxnId="{4E5E1984-9EDB-49D5-A862-4549328FDAB3}">
      <dgm:prSet/>
      <dgm:spPr/>
      <dgm:t>
        <a:bodyPr/>
        <a:lstStyle/>
        <a:p>
          <a:endParaRPr lang="en-US"/>
        </a:p>
      </dgm:t>
    </dgm:pt>
    <dgm:pt modelId="{796D5378-0E63-46F2-B1AA-6584478586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estructura </a:t>
          </a:r>
          <a:r>
            <a:rPr lang="en-US" dirty="0"/>
            <a:t>de </a:t>
          </a:r>
          <a:r>
            <a:rPr lang="en-US" dirty="0" err="1"/>
            <a:t>páginas</a:t>
          </a:r>
          <a:r>
            <a:rPr lang="en-US" dirty="0"/>
            <a:t>.</a:t>
          </a:r>
        </a:p>
      </dgm:t>
    </dgm:pt>
    <dgm:pt modelId="{77D489FB-D3E2-40D6-A471-60A3D29FC152}" type="parTrans" cxnId="{4B9F5639-5820-4526-BE92-D2880D5E9D99}">
      <dgm:prSet/>
      <dgm:spPr/>
      <dgm:t>
        <a:bodyPr/>
        <a:lstStyle/>
        <a:p>
          <a:endParaRPr lang="en-US"/>
        </a:p>
      </dgm:t>
    </dgm:pt>
    <dgm:pt modelId="{127C766E-C228-4425-8B25-C7EC9F14FCC4}" type="sibTrans" cxnId="{4B9F5639-5820-4526-BE92-D2880D5E9D99}">
      <dgm:prSet/>
      <dgm:spPr/>
      <dgm:t>
        <a:bodyPr/>
        <a:lstStyle/>
        <a:p>
          <a:endParaRPr lang="en-US"/>
        </a:p>
      </dgm:t>
    </dgm:pt>
    <dgm:pt modelId="{DEE0642E-873F-47FD-A90D-81F6F6958C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diseño </a:t>
          </a:r>
          <a:r>
            <a:rPr lang="en-US" dirty="0"/>
            <a:t>y </a:t>
          </a:r>
          <a:r>
            <a:rPr lang="en-US" dirty="0" err="1"/>
            <a:t>estilos</a:t>
          </a:r>
          <a:r>
            <a:rPr lang="en-US" dirty="0"/>
            <a:t>.</a:t>
          </a:r>
        </a:p>
      </dgm:t>
    </dgm:pt>
    <dgm:pt modelId="{45B7F673-3D36-4604-A6A8-97AC6DAB8504}" type="parTrans" cxnId="{590CE6A8-5115-4078-A6AC-4219A47031D7}">
      <dgm:prSet/>
      <dgm:spPr/>
      <dgm:t>
        <a:bodyPr/>
        <a:lstStyle/>
        <a:p>
          <a:endParaRPr lang="en-US"/>
        </a:p>
      </dgm:t>
    </dgm:pt>
    <dgm:pt modelId="{B148514F-4B87-4954-818B-1AAEEA774A8D}" type="sibTrans" cxnId="{590CE6A8-5115-4078-A6AC-4219A47031D7}">
      <dgm:prSet/>
      <dgm:spPr/>
      <dgm:t>
        <a:bodyPr/>
        <a:lstStyle/>
        <a:p>
          <a:endParaRPr lang="en-US"/>
        </a:p>
      </dgm:t>
    </dgm:pt>
    <dgm:pt modelId="{BAFA85F7-BF9C-4367-9907-A3BE384952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interacción </a:t>
          </a:r>
          <a:r>
            <a:rPr lang="en-US" dirty="0" err="1"/>
            <a:t>dinámica</a:t>
          </a:r>
          <a:r>
            <a:rPr lang="en-US" dirty="0"/>
            <a:t>.</a:t>
          </a:r>
        </a:p>
      </dgm:t>
    </dgm:pt>
    <dgm:pt modelId="{A6CDFA54-C4EA-4CCE-AD5B-6018491DCC58}" type="parTrans" cxnId="{EDE2C3BA-EC68-4030-967B-3AEF57CDF415}">
      <dgm:prSet/>
      <dgm:spPr/>
      <dgm:t>
        <a:bodyPr/>
        <a:lstStyle/>
        <a:p>
          <a:endParaRPr lang="en-US"/>
        </a:p>
      </dgm:t>
    </dgm:pt>
    <dgm:pt modelId="{BFB49E1D-B47B-4996-AC22-35C8201569F5}" type="sibTrans" cxnId="{EDE2C3BA-EC68-4030-967B-3AEF57CDF415}">
      <dgm:prSet/>
      <dgm:spPr/>
      <dgm:t>
        <a:bodyPr/>
        <a:lstStyle/>
        <a:p>
          <a:endParaRPr lang="en-US"/>
        </a:p>
      </dgm:t>
    </dgm:pt>
    <dgm:pt modelId="{0BD5C828-6241-4E3F-9165-D5A2A254F3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lógica </a:t>
          </a:r>
          <a:r>
            <a:rPr lang="en-US" dirty="0"/>
            <a:t>backend.</a:t>
          </a:r>
        </a:p>
      </dgm:t>
    </dgm:pt>
    <dgm:pt modelId="{9557F0D8-F41F-40B2-8E3B-68C700A8B3D3}" type="parTrans" cxnId="{43B02982-358D-4178-90FB-85D438FFEC9D}">
      <dgm:prSet/>
      <dgm:spPr/>
      <dgm:t>
        <a:bodyPr/>
        <a:lstStyle/>
        <a:p>
          <a:endParaRPr lang="en-US"/>
        </a:p>
      </dgm:t>
    </dgm:pt>
    <dgm:pt modelId="{1E9A5A55-14C0-454F-810B-D2A914829475}" type="sibTrans" cxnId="{43B02982-358D-4178-90FB-85D438FFEC9D}">
      <dgm:prSet/>
      <dgm:spPr/>
      <dgm:t>
        <a:bodyPr/>
        <a:lstStyle/>
        <a:p>
          <a:endParaRPr lang="en-US"/>
        </a:p>
      </dgm:t>
    </dgm:pt>
    <dgm:pt modelId="{8EEBA8AB-A9AF-46F8-A3FD-D7EFFCB015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/>
            <a:t>ORM </a:t>
          </a:r>
          <a:r>
            <a:rPr lang="es-ES" dirty="0"/>
            <a:t>para la base de datos.</a:t>
          </a:r>
        </a:p>
      </dgm:t>
    </dgm:pt>
    <dgm:pt modelId="{4E0D2824-DAA0-452E-8476-5DD32AA5D771}" type="parTrans" cxnId="{B66DF2AC-931B-47DF-AC99-0683AF2E7E84}">
      <dgm:prSet/>
      <dgm:spPr/>
      <dgm:t>
        <a:bodyPr/>
        <a:lstStyle/>
        <a:p>
          <a:endParaRPr lang="en-US"/>
        </a:p>
      </dgm:t>
    </dgm:pt>
    <dgm:pt modelId="{94905171-3939-4690-9B10-E5239AAD66D3}" type="sibTrans" cxnId="{B66DF2AC-931B-47DF-AC99-0683AF2E7E84}">
      <dgm:prSet/>
      <dgm:spPr/>
      <dgm:t>
        <a:bodyPr/>
        <a:lstStyle/>
        <a:p>
          <a:endParaRPr lang="en-US"/>
        </a:p>
      </dgm:t>
    </dgm:pt>
    <dgm:pt modelId="{687C30E8-2F2F-4CAC-99AB-3FBA14A8C278}" type="pres">
      <dgm:prSet presAssocID="{0EC98D14-7D03-4A92-B3BA-0DBD76AA6158}" presName="Name0" presStyleCnt="0">
        <dgm:presLayoutVars>
          <dgm:dir/>
          <dgm:animLvl val="lvl"/>
          <dgm:resizeHandles val="exact"/>
        </dgm:presLayoutVars>
      </dgm:prSet>
      <dgm:spPr/>
    </dgm:pt>
    <dgm:pt modelId="{884727C4-8384-4107-BBD5-DBE8130D8E5E}" type="pres">
      <dgm:prSet presAssocID="{EFDAD50D-B4C1-4120-A4C4-DBCFA35E8081}" presName="linNode" presStyleCnt="0"/>
      <dgm:spPr/>
    </dgm:pt>
    <dgm:pt modelId="{5D1CD418-B8C7-457B-8300-8A4ADA72DAB1}" type="pres">
      <dgm:prSet presAssocID="{EFDAD50D-B4C1-4120-A4C4-DBCFA35E8081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0C7F35A3-8FB9-4905-B3E9-A5A65A257BCA}" type="pres">
      <dgm:prSet presAssocID="{EFDAD50D-B4C1-4120-A4C4-DBCFA35E8081}" presName="descendantText" presStyleLbl="alignAccFollowNode1" presStyleIdx="0" presStyleCnt="5">
        <dgm:presLayoutVars>
          <dgm:bulletEnabled val="1"/>
        </dgm:presLayoutVars>
      </dgm:prSet>
      <dgm:spPr/>
    </dgm:pt>
    <dgm:pt modelId="{B5BFA005-1E4D-4FB6-A39A-F61FAE87B6C5}" type="pres">
      <dgm:prSet presAssocID="{AD16187A-C0FD-4F2E-A343-62AD2670F2C2}" presName="sp" presStyleCnt="0"/>
      <dgm:spPr/>
    </dgm:pt>
    <dgm:pt modelId="{89E7154C-9195-491C-A004-3247B3FFCD32}" type="pres">
      <dgm:prSet presAssocID="{5AA893B0-B7A9-473A-BC9B-27AE46DB795C}" presName="linNode" presStyleCnt="0"/>
      <dgm:spPr/>
    </dgm:pt>
    <dgm:pt modelId="{7DDA6F82-A8F2-4C27-976C-E4B02BEC7AC1}" type="pres">
      <dgm:prSet presAssocID="{5AA893B0-B7A9-473A-BC9B-27AE46DB795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6CE7E7F-AFC7-415A-9C83-34EEFCD6D2A0}" type="pres">
      <dgm:prSet presAssocID="{5AA893B0-B7A9-473A-BC9B-27AE46DB795C}" presName="descendantText" presStyleLbl="alignAccFollowNode1" presStyleIdx="1" presStyleCnt="5">
        <dgm:presLayoutVars>
          <dgm:bulletEnabled val="1"/>
        </dgm:presLayoutVars>
      </dgm:prSet>
      <dgm:spPr/>
    </dgm:pt>
    <dgm:pt modelId="{3653BAC4-DE03-47A3-A279-3B06D0049994}" type="pres">
      <dgm:prSet presAssocID="{71F5809C-C790-4FD9-ABB7-DA7BD0E53414}" presName="sp" presStyleCnt="0"/>
      <dgm:spPr/>
    </dgm:pt>
    <dgm:pt modelId="{6B4D02BD-EFB6-4BED-8166-686780807A20}" type="pres">
      <dgm:prSet presAssocID="{2D7662C9-8FE1-4602-9AF8-53FB078E4B23}" presName="linNode" presStyleCnt="0"/>
      <dgm:spPr/>
    </dgm:pt>
    <dgm:pt modelId="{EBBE76A4-41C5-49F9-9EE6-CC467FE25D05}" type="pres">
      <dgm:prSet presAssocID="{2D7662C9-8FE1-4602-9AF8-53FB078E4B23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6E25F18-C8EA-4A70-9709-03521CC2C504}" type="pres">
      <dgm:prSet presAssocID="{2D7662C9-8FE1-4602-9AF8-53FB078E4B23}" presName="descendantText" presStyleLbl="alignAccFollowNode1" presStyleIdx="2" presStyleCnt="5">
        <dgm:presLayoutVars>
          <dgm:bulletEnabled val="1"/>
        </dgm:presLayoutVars>
      </dgm:prSet>
      <dgm:spPr/>
    </dgm:pt>
    <dgm:pt modelId="{126A12EF-CB68-4D56-A683-B9A913675F79}" type="pres">
      <dgm:prSet presAssocID="{6536C8F6-0958-4776-8709-3ED8FA7EFEA2}" presName="sp" presStyleCnt="0"/>
      <dgm:spPr/>
    </dgm:pt>
    <dgm:pt modelId="{2F3E5D42-A4EC-4313-B921-558E9DCABFBA}" type="pres">
      <dgm:prSet presAssocID="{A21F8140-52C6-46E5-AD8E-4D17204C8E25}" presName="linNode" presStyleCnt="0"/>
      <dgm:spPr/>
    </dgm:pt>
    <dgm:pt modelId="{C56DC516-5771-4B68-A9CB-CD03E1C17350}" type="pres">
      <dgm:prSet presAssocID="{A21F8140-52C6-46E5-AD8E-4D17204C8E2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CC6591A-68B8-43A2-AD42-CFEA78DD7ADD}" type="pres">
      <dgm:prSet presAssocID="{A21F8140-52C6-46E5-AD8E-4D17204C8E25}" presName="descendantText" presStyleLbl="alignAccFollowNode1" presStyleIdx="3" presStyleCnt="5">
        <dgm:presLayoutVars>
          <dgm:bulletEnabled val="1"/>
        </dgm:presLayoutVars>
      </dgm:prSet>
      <dgm:spPr/>
    </dgm:pt>
    <dgm:pt modelId="{99E43863-6AC4-4478-956A-AAC82FA1BAB1}" type="pres">
      <dgm:prSet presAssocID="{9D66EAB1-4A0D-45F1-BC5D-1A80B92A742D}" presName="sp" presStyleCnt="0"/>
      <dgm:spPr/>
    </dgm:pt>
    <dgm:pt modelId="{931022BA-0D2B-438E-AA8F-81EB12D31FA6}" type="pres">
      <dgm:prSet presAssocID="{2CE24805-2480-4E95-AE5E-2B9EC4CE5614}" presName="linNode" presStyleCnt="0"/>
      <dgm:spPr/>
    </dgm:pt>
    <dgm:pt modelId="{182361DF-0DFF-448B-AEAB-4EDE0F1E331A}" type="pres">
      <dgm:prSet presAssocID="{2CE24805-2480-4E95-AE5E-2B9EC4CE5614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0B10513-695E-4334-854B-96A20F697B7C}" type="pres">
      <dgm:prSet presAssocID="{2CE24805-2480-4E95-AE5E-2B9EC4CE5614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904CE0B-5E02-4FB4-B702-949F4EF600B4}" srcId="{0EC98D14-7D03-4A92-B3BA-0DBD76AA6158}" destId="{EFDAD50D-B4C1-4120-A4C4-DBCFA35E8081}" srcOrd="0" destOrd="0" parTransId="{5A70C3E0-1B19-4B87-B0AE-F404DB513C6A}" sibTransId="{AD16187A-C0FD-4F2E-A343-62AD2670F2C2}"/>
    <dgm:cxn modelId="{A028D60E-B672-40FF-BAE9-EB79F0393BF3}" type="presOf" srcId="{796D5378-0E63-46F2-B1AA-6584478586C0}" destId="{0C7F35A3-8FB9-4905-B3E9-A5A65A257BCA}" srcOrd="0" destOrd="0" presId="urn:microsoft.com/office/officeart/2005/8/layout/vList5"/>
    <dgm:cxn modelId="{FDE7E416-90DE-4698-8E6A-D6ED7C8025E3}" srcId="{0EC98D14-7D03-4A92-B3BA-0DBD76AA6158}" destId="{2D7662C9-8FE1-4602-9AF8-53FB078E4B23}" srcOrd="2" destOrd="0" parTransId="{380289CB-2418-4A2E-AA76-182D1BEB4253}" sibTransId="{6536C8F6-0958-4776-8709-3ED8FA7EFEA2}"/>
    <dgm:cxn modelId="{AED89A2A-D90C-4A4F-8454-662711BF0E21}" type="presOf" srcId="{8EEBA8AB-A9AF-46F8-A3FD-D7EFFCB0158B}" destId="{70B10513-695E-4334-854B-96A20F697B7C}" srcOrd="0" destOrd="0" presId="urn:microsoft.com/office/officeart/2005/8/layout/vList5"/>
    <dgm:cxn modelId="{E3B2D635-03A3-4A5F-9415-747A5D9E8C3E}" type="presOf" srcId="{0EC98D14-7D03-4A92-B3BA-0DBD76AA6158}" destId="{687C30E8-2F2F-4CAC-99AB-3FBA14A8C278}" srcOrd="0" destOrd="0" presId="urn:microsoft.com/office/officeart/2005/8/layout/vList5"/>
    <dgm:cxn modelId="{4B9F5639-5820-4526-BE92-D2880D5E9D99}" srcId="{EFDAD50D-B4C1-4120-A4C4-DBCFA35E8081}" destId="{796D5378-0E63-46F2-B1AA-6584478586C0}" srcOrd="0" destOrd="0" parTransId="{77D489FB-D3E2-40D6-A471-60A3D29FC152}" sibTransId="{127C766E-C228-4425-8B25-C7EC9F14FCC4}"/>
    <dgm:cxn modelId="{5E8E626C-A4A3-4A74-BDD5-6E0EDA67492D}" type="presOf" srcId="{0BD5C828-6241-4E3F-9165-D5A2A254F3FD}" destId="{3CC6591A-68B8-43A2-AD42-CFEA78DD7ADD}" srcOrd="0" destOrd="0" presId="urn:microsoft.com/office/officeart/2005/8/layout/vList5"/>
    <dgm:cxn modelId="{1B23786F-D433-4FC2-A108-978B3680A685}" srcId="{0EC98D14-7D03-4A92-B3BA-0DBD76AA6158}" destId="{A21F8140-52C6-46E5-AD8E-4D17204C8E25}" srcOrd="3" destOrd="0" parTransId="{98D77967-E066-4D12-A499-FCB2436A5681}" sibTransId="{9D66EAB1-4A0D-45F1-BC5D-1A80B92A742D}"/>
    <dgm:cxn modelId="{EA7BC371-A0C9-4B29-9986-60C68C8F4337}" srcId="{0EC98D14-7D03-4A92-B3BA-0DBD76AA6158}" destId="{5AA893B0-B7A9-473A-BC9B-27AE46DB795C}" srcOrd="1" destOrd="0" parTransId="{786B1502-0A8F-4255-9A6E-E14AF297ECA8}" sibTransId="{71F5809C-C790-4FD9-ABB7-DA7BD0E53414}"/>
    <dgm:cxn modelId="{74A9FE71-1C92-4955-AB85-E51A9E86399B}" type="presOf" srcId="{2CE24805-2480-4E95-AE5E-2B9EC4CE5614}" destId="{182361DF-0DFF-448B-AEAB-4EDE0F1E331A}" srcOrd="0" destOrd="0" presId="urn:microsoft.com/office/officeart/2005/8/layout/vList5"/>
    <dgm:cxn modelId="{C7547D54-8E36-48BB-9F36-7838A154E03C}" type="presOf" srcId="{EFDAD50D-B4C1-4120-A4C4-DBCFA35E8081}" destId="{5D1CD418-B8C7-457B-8300-8A4ADA72DAB1}" srcOrd="0" destOrd="0" presId="urn:microsoft.com/office/officeart/2005/8/layout/vList5"/>
    <dgm:cxn modelId="{43B02982-358D-4178-90FB-85D438FFEC9D}" srcId="{A21F8140-52C6-46E5-AD8E-4D17204C8E25}" destId="{0BD5C828-6241-4E3F-9165-D5A2A254F3FD}" srcOrd="0" destOrd="0" parTransId="{9557F0D8-F41F-40B2-8E3B-68C700A8B3D3}" sibTransId="{1E9A5A55-14C0-454F-810B-D2A914829475}"/>
    <dgm:cxn modelId="{4E5E1984-9EDB-49D5-A862-4549328FDAB3}" srcId="{0EC98D14-7D03-4A92-B3BA-0DBD76AA6158}" destId="{2CE24805-2480-4E95-AE5E-2B9EC4CE5614}" srcOrd="4" destOrd="0" parTransId="{ECDACFEF-F9F5-4AA5-A502-13F7E4D68EE8}" sibTransId="{C3F3CE7D-859E-4B41-8C31-7AD2B51A05BC}"/>
    <dgm:cxn modelId="{1604F085-8F3D-4D68-8067-363CB7F75178}" type="presOf" srcId="{DEE0642E-873F-47FD-A90D-81F6F6958C59}" destId="{D6CE7E7F-AFC7-415A-9C83-34EEFCD6D2A0}" srcOrd="0" destOrd="0" presId="urn:microsoft.com/office/officeart/2005/8/layout/vList5"/>
    <dgm:cxn modelId="{590CE6A8-5115-4078-A6AC-4219A47031D7}" srcId="{5AA893B0-B7A9-473A-BC9B-27AE46DB795C}" destId="{DEE0642E-873F-47FD-A90D-81F6F6958C59}" srcOrd="0" destOrd="0" parTransId="{45B7F673-3D36-4604-A6A8-97AC6DAB8504}" sibTransId="{B148514F-4B87-4954-818B-1AAEEA774A8D}"/>
    <dgm:cxn modelId="{B66DF2AC-931B-47DF-AC99-0683AF2E7E84}" srcId="{2CE24805-2480-4E95-AE5E-2B9EC4CE5614}" destId="{8EEBA8AB-A9AF-46F8-A3FD-D7EFFCB0158B}" srcOrd="0" destOrd="0" parTransId="{4E0D2824-DAA0-452E-8476-5DD32AA5D771}" sibTransId="{94905171-3939-4690-9B10-E5239AAD66D3}"/>
    <dgm:cxn modelId="{46ACAEAD-0905-4208-9B72-78A4976156BE}" type="presOf" srcId="{A21F8140-52C6-46E5-AD8E-4D17204C8E25}" destId="{C56DC516-5771-4B68-A9CB-CD03E1C17350}" srcOrd="0" destOrd="0" presId="urn:microsoft.com/office/officeart/2005/8/layout/vList5"/>
    <dgm:cxn modelId="{EDE2C3BA-EC68-4030-967B-3AEF57CDF415}" srcId="{2D7662C9-8FE1-4602-9AF8-53FB078E4B23}" destId="{BAFA85F7-BF9C-4367-9907-A3BE3849528C}" srcOrd="0" destOrd="0" parTransId="{A6CDFA54-C4EA-4CCE-AD5B-6018491DCC58}" sibTransId="{BFB49E1D-B47B-4996-AC22-35C8201569F5}"/>
    <dgm:cxn modelId="{CDB9ECCA-696D-4C4C-9EFD-5794015423F6}" type="presOf" srcId="{5AA893B0-B7A9-473A-BC9B-27AE46DB795C}" destId="{7DDA6F82-A8F2-4C27-976C-E4B02BEC7AC1}" srcOrd="0" destOrd="0" presId="urn:microsoft.com/office/officeart/2005/8/layout/vList5"/>
    <dgm:cxn modelId="{1CC087F4-5128-4BDC-877E-B43F89C460EA}" type="presOf" srcId="{BAFA85F7-BF9C-4367-9907-A3BE3849528C}" destId="{46E25F18-C8EA-4A70-9709-03521CC2C504}" srcOrd="0" destOrd="0" presId="urn:microsoft.com/office/officeart/2005/8/layout/vList5"/>
    <dgm:cxn modelId="{E8A9D3FB-3171-41BA-BE97-33EC09DD8E52}" type="presOf" srcId="{2D7662C9-8FE1-4602-9AF8-53FB078E4B23}" destId="{EBBE76A4-41C5-49F9-9EE6-CC467FE25D05}" srcOrd="0" destOrd="0" presId="urn:microsoft.com/office/officeart/2005/8/layout/vList5"/>
    <dgm:cxn modelId="{2425090A-3959-479B-B3CB-A139AE7A2C71}" type="presParOf" srcId="{687C30E8-2F2F-4CAC-99AB-3FBA14A8C278}" destId="{884727C4-8384-4107-BBD5-DBE8130D8E5E}" srcOrd="0" destOrd="0" presId="urn:microsoft.com/office/officeart/2005/8/layout/vList5"/>
    <dgm:cxn modelId="{8D8A3449-4D94-48ED-AA6F-E8E3EA12ADA8}" type="presParOf" srcId="{884727C4-8384-4107-BBD5-DBE8130D8E5E}" destId="{5D1CD418-B8C7-457B-8300-8A4ADA72DAB1}" srcOrd="0" destOrd="0" presId="urn:microsoft.com/office/officeart/2005/8/layout/vList5"/>
    <dgm:cxn modelId="{D0EB0494-E0B9-47C4-BB6F-EB76240231AD}" type="presParOf" srcId="{884727C4-8384-4107-BBD5-DBE8130D8E5E}" destId="{0C7F35A3-8FB9-4905-B3E9-A5A65A257BCA}" srcOrd="1" destOrd="0" presId="urn:microsoft.com/office/officeart/2005/8/layout/vList5"/>
    <dgm:cxn modelId="{A92A9E5A-8558-461E-8D00-98C3F893AAB3}" type="presParOf" srcId="{687C30E8-2F2F-4CAC-99AB-3FBA14A8C278}" destId="{B5BFA005-1E4D-4FB6-A39A-F61FAE87B6C5}" srcOrd="1" destOrd="0" presId="urn:microsoft.com/office/officeart/2005/8/layout/vList5"/>
    <dgm:cxn modelId="{5E0ABD14-2E81-4057-A51C-6FB3E42D4287}" type="presParOf" srcId="{687C30E8-2F2F-4CAC-99AB-3FBA14A8C278}" destId="{89E7154C-9195-491C-A004-3247B3FFCD32}" srcOrd="2" destOrd="0" presId="urn:microsoft.com/office/officeart/2005/8/layout/vList5"/>
    <dgm:cxn modelId="{3A1105DA-841E-49B5-9FB4-199E813B6DEC}" type="presParOf" srcId="{89E7154C-9195-491C-A004-3247B3FFCD32}" destId="{7DDA6F82-A8F2-4C27-976C-E4B02BEC7AC1}" srcOrd="0" destOrd="0" presId="urn:microsoft.com/office/officeart/2005/8/layout/vList5"/>
    <dgm:cxn modelId="{DB1FFC70-D4BD-49D2-A554-7E7BF23685E8}" type="presParOf" srcId="{89E7154C-9195-491C-A004-3247B3FFCD32}" destId="{D6CE7E7F-AFC7-415A-9C83-34EEFCD6D2A0}" srcOrd="1" destOrd="0" presId="urn:microsoft.com/office/officeart/2005/8/layout/vList5"/>
    <dgm:cxn modelId="{699BEAD5-56F6-41D9-B3A5-E2F83C528CA3}" type="presParOf" srcId="{687C30E8-2F2F-4CAC-99AB-3FBA14A8C278}" destId="{3653BAC4-DE03-47A3-A279-3B06D0049994}" srcOrd="3" destOrd="0" presId="urn:microsoft.com/office/officeart/2005/8/layout/vList5"/>
    <dgm:cxn modelId="{F9D70517-8941-45AE-A1EE-E118F5667909}" type="presParOf" srcId="{687C30E8-2F2F-4CAC-99AB-3FBA14A8C278}" destId="{6B4D02BD-EFB6-4BED-8166-686780807A20}" srcOrd="4" destOrd="0" presId="urn:microsoft.com/office/officeart/2005/8/layout/vList5"/>
    <dgm:cxn modelId="{1277E52D-1943-46F3-8BC8-242B26378B26}" type="presParOf" srcId="{6B4D02BD-EFB6-4BED-8166-686780807A20}" destId="{EBBE76A4-41C5-49F9-9EE6-CC467FE25D05}" srcOrd="0" destOrd="0" presId="urn:microsoft.com/office/officeart/2005/8/layout/vList5"/>
    <dgm:cxn modelId="{D5A25375-7B92-4BAC-B7D8-4219E52F14CD}" type="presParOf" srcId="{6B4D02BD-EFB6-4BED-8166-686780807A20}" destId="{46E25F18-C8EA-4A70-9709-03521CC2C504}" srcOrd="1" destOrd="0" presId="urn:microsoft.com/office/officeart/2005/8/layout/vList5"/>
    <dgm:cxn modelId="{A844F124-0CAE-4EEE-8233-3C417022895A}" type="presParOf" srcId="{687C30E8-2F2F-4CAC-99AB-3FBA14A8C278}" destId="{126A12EF-CB68-4D56-A683-B9A913675F79}" srcOrd="5" destOrd="0" presId="urn:microsoft.com/office/officeart/2005/8/layout/vList5"/>
    <dgm:cxn modelId="{F0FA471C-D30D-487C-9AEB-599FD16B8DAE}" type="presParOf" srcId="{687C30E8-2F2F-4CAC-99AB-3FBA14A8C278}" destId="{2F3E5D42-A4EC-4313-B921-558E9DCABFBA}" srcOrd="6" destOrd="0" presId="urn:microsoft.com/office/officeart/2005/8/layout/vList5"/>
    <dgm:cxn modelId="{CBB4B793-8681-4A80-B3F0-80A4DEC470F1}" type="presParOf" srcId="{2F3E5D42-A4EC-4313-B921-558E9DCABFBA}" destId="{C56DC516-5771-4B68-A9CB-CD03E1C17350}" srcOrd="0" destOrd="0" presId="urn:microsoft.com/office/officeart/2005/8/layout/vList5"/>
    <dgm:cxn modelId="{4D4FFFC1-821B-40D0-AC2E-2C314098BE64}" type="presParOf" srcId="{2F3E5D42-A4EC-4313-B921-558E9DCABFBA}" destId="{3CC6591A-68B8-43A2-AD42-CFEA78DD7ADD}" srcOrd="1" destOrd="0" presId="urn:microsoft.com/office/officeart/2005/8/layout/vList5"/>
    <dgm:cxn modelId="{293FAB9E-89E2-4570-99C4-EED299D50E23}" type="presParOf" srcId="{687C30E8-2F2F-4CAC-99AB-3FBA14A8C278}" destId="{99E43863-6AC4-4478-956A-AAC82FA1BAB1}" srcOrd="7" destOrd="0" presId="urn:microsoft.com/office/officeart/2005/8/layout/vList5"/>
    <dgm:cxn modelId="{A7A18728-7F24-4BFE-8B64-EAE037724856}" type="presParOf" srcId="{687C30E8-2F2F-4CAC-99AB-3FBA14A8C278}" destId="{931022BA-0D2B-438E-AA8F-81EB12D31FA6}" srcOrd="8" destOrd="0" presId="urn:microsoft.com/office/officeart/2005/8/layout/vList5"/>
    <dgm:cxn modelId="{1C9CB0FE-4D7A-45E9-ACF3-075BA05DACE4}" type="presParOf" srcId="{931022BA-0D2B-438E-AA8F-81EB12D31FA6}" destId="{182361DF-0DFF-448B-AEAB-4EDE0F1E331A}" srcOrd="0" destOrd="0" presId="urn:microsoft.com/office/officeart/2005/8/layout/vList5"/>
    <dgm:cxn modelId="{48EBEBF6-1FAD-4FEE-ACA0-F50FED17F164}" type="presParOf" srcId="{931022BA-0D2B-438E-AA8F-81EB12D31FA6}" destId="{70B10513-695E-4334-854B-96A20F697B7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C98D14-7D03-4A92-B3BA-0DBD76AA6158}" type="doc">
      <dgm:prSet loTypeId="urn:microsoft.com/office/officeart/2005/8/layout/process1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A5F8F78-5B14-401A-AC71-FDDC3E3410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/>
            <a:t>Código más </a:t>
          </a:r>
          <a:r>
            <a:rPr lang="es-ES" b="1"/>
            <a:t>modular y mantenible</a:t>
          </a:r>
          <a:r>
            <a:rPr lang="es-ES"/>
            <a:t>.</a:t>
          </a:r>
        </a:p>
      </dgm:t>
    </dgm:pt>
    <dgm:pt modelId="{D7827D58-D064-4493-BBA3-85C08D64D343}" type="parTrans" cxnId="{466D50B7-0F72-45A9-A8E2-496177D616B1}">
      <dgm:prSet/>
      <dgm:spPr/>
      <dgm:t>
        <a:bodyPr/>
        <a:lstStyle/>
        <a:p>
          <a:endParaRPr lang="en-US"/>
        </a:p>
      </dgm:t>
    </dgm:pt>
    <dgm:pt modelId="{36E5B2A3-5F80-4FC2-A2D0-6C7FD259CB9D}" type="sibTrans" cxnId="{466D50B7-0F72-45A9-A8E2-496177D616B1}">
      <dgm:prSet/>
      <dgm:spPr/>
      <dgm:t>
        <a:bodyPr/>
        <a:lstStyle/>
        <a:p>
          <a:endParaRPr lang="en-US"/>
        </a:p>
      </dgm:t>
    </dgm:pt>
    <dgm:pt modelId="{B5A7584E-7A79-417D-87FC-F3B7B9D6B0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Separación de capas → facilita el trabajo en equipo (diseñadores ↔ programadores ↔ </a:t>
          </a:r>
          <a:r>
            <a:rPr lang="es-ES" dirty="0" err="1"/>
            <a:t>DBAs</a:t>
          </a:r>
          <a:r>
            <a:rPr lang="es-ES" dirty="0"/>
            <a:t>).</a:t>
          </a:r>
        </a:p>
      </dgm:t>
    </dgm:pt>
    <dgm:pt modelId="{C822BDCD-20B1-44AF-97B8-EF27E670831C}" type="parTrans" cxnId="{6FB98DEA-72EE-4AFE-8495-F3BA3D96D375}">
      <dgm:prSet/>
      <dgm:spPr/>
      <dgm:t>
        <a:bodyPr/>
        <a:lstStyle/>
        <a:p>
          <a:endParaRPr lang="en-US"/>
        </a:p>
      </dgm:t>
    </dgm:pt>
    <dgm:pt modelId="{DA2DD1CE-8DD7-4405-824C-64C3A4A77012}" type="sibTrans" cxnId="{6FB98DEA-72EE-4AFE-8495-F3BA3D96D375}">
      <dgm:prSet/>
      <dgm:spPr/>
      <dgm:t>
        <a:bodyPr/>
        <a:lstStyle/>
        <a:p>
          <a:endParaRPr lang="en-US"/>
        </a:p>
      </dgm:t>
    </dgm:pt>
    <dgm:pt modelId="{570943D2-9470-4051-B1D9-EEECE90417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Reutilización de componentes</a:t>
          </a:r>
          <a:r>
            <a:rPr lang="en-US"/>
            <a:t>.</a:t>
          </a:r>
        </a:p>
      </dgm:t>
    </dgm:pt>
    <dgm:pt modelId="{A9E27E1B-F355-4317-88BD-332BE29D5935}" type="parTrans" cxnId="{E94937C5-EDB9-4E24-893B-205D8F5A2F48}">
      <dgm:prSet/>
      <dgm:spPr/>
      <dgm:t>
        <a:bodyPr/>
        <a:lstStyle/>
        <a:p>
          <a:endParaRPr lang="en-US"/>
        </a:p>
      </dgm:t>
    </dgm:pt>
    <dgm:pt modelId="{32AFBE4A-D676-47EC-A1FD-FD99713E6715}" type="sibTrans" cxnId="{E94937C5-EDB9-4E24-893B-205D8F5A2F48}">
      <dgm:prSet/>
      <dgm:spPr/>
      <dgm:t>
        <a:bodyPr/>
        <a:lstStyle/>
        <a:p>
          <a:endParaRPr lang="en-US"/>
        </a:p>
      </dgm:t>
    </dgm:pt>
    <dgm:pt modelId="{58216138-CB72-4C80-9AC2-EE3E5CA2C5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/>
            <a:t>Soporte nativo en </a:t>
          </a:r>
          <a:r>
            <a:rPr lang="es-ES" b="1"/>
            <a:t>Visual Studio 2022</a:t>
          </a:r>
          <a:r>
            <a:rPr lang="es-ES"/>
            <a:t> y </a:t>
          </a:r>
          <a:r>
            <a:rPr lang="es-ES" b="1"/>
            <a:t>.NET Core</a:t>
          </a:r>
          <a:r>
            <a:rPr lang="es-ES"/>
            <a:t>.</a:t>
          </a:r>
        </a:p>
      </dgm:t>
    </dgm:pt>
    <dgm:pt modelId="{DF5447ED-749C-4FF3-861F-52BAE02B0CFA}" type="parTrans" cxnId="{C08B5513-5915-4F46-8D28-EC02B1B4C92C}">
      <dgm:prSet/>
      <dgm:spPr/>
      <dgm:t>
        <a:bodyPr/>
        <a:lstStyle/>
        <a:p>
          <a:endParaRPr lang="en-US"/>
        </a:p>
      </dgm:t>
    </dgm:pt>
    <dgm:pt modelId="{FFBA0495-8789-4BB9-8FC5-69D8051A7BD1}" type="sibTrans" cxnId="{C08B5513-5915-4F46-8D28-EC02B1B4C92C}">
      <dgm:prSet/>
      <dgm:spPr/>
      <dgm:t>
        <a:bodyPr/>
        <a:lstStyle/>
        <a:p>
          <a:endParaRPr lang="en-US"/>
        </a:p>
      </dgm:t>
    </dgm:pt>
    <dgm:pt modelId="{82D60843-2AAB-4DD4-91AC-531113FA8965}" type="pres">
      <dgm:prSet presAssocID="{0EC98D14-7D03-4A92-B3BA-0DBD76AA6158}" presName="Name0" presStyleCnt="0">
        <dgm:presLayoutVars>
          <dgm:dir/>
          <dgm:resizeHandles val="exact"/>
        </dgm:presLayoutVars>
      </dgm:prSet>
      <dgm:spPr/>
    </dgm:pt>
    <dgm:pt modelId="{BB6901E4-E623-47F2-AB31-A993F3C904AA}" type="pres">
      <dgm:prSet presAssocID="{5A5F8F78-5B14-401A-AC71-FDDC3E3410EC}" presName="node" presStyleLbl="node1" presStyleIdx="0" presStyleCnt="4">
        <dgm:presLayoutVars>
          <dgm:bulletEnabled val="1"/>
        </dgm:presLayoutVars>
      </dgm:prSet>
      <dgm:spPr/>
    </dgm:pt>
    <dgm:pt modelId="{F93CC385-74CD-4D4B-A85E-562E9C399D08}" type="pres">
      <dgm:prSet presAssocID="{36E5B2A3-5F80-4FC2-A2D0-6C7FD259CB9D}" presName="sibTrans" presStyleLbl="sibTrans2D1" presStyleIdx="0" presStyleCnt="3"/>
      <dgm:spPr/>
    </dgm:pt>
    <dgm:pt modelId="{69F2F0F8-AC01-46D2-BC61-4D3AC8434424}" type="pres">
      <dgm:prSet presAssocID="{36E5B2A3-5F80-4FC2-A2D0-6C7FD259CB9D}" presName="connectorText" presStyleLbl="sibTrans2D1" presStyleIdx="0" presStyleCnt="3"/>
      <dgm:spPr/>
    </dgm:pt>
    <dgm:pt modelId="{CA9CF1AD-8F0B-4056-87AB-57D6CC25EB11}" type="pres">
      <dgm:prSet presAssocID="{B5A7584E-7A79-417D-87FC-F3B7B9D6B016}" presName="node" presStyleLbl="node1" presStyleIdx="1" presStyleCnt="4">
        <dgm:presLayoutVars>
          <dgm:bulletEnabled val="1"/>
        </dgm:presLayoutVars>
      </dgm:prSet>
      <dgm:spPr/>
    </dgm:pt>
    <dgm:pt modelId="{2FF89225-4ED1-45DF-B1D8-8EEE1A42BEFF}" type="pres">
      <dgm:prSet presAssocID="{DA2DD1CE-8DD7-4405-824C-64C3A4A77012}" presName="sibTrans" presStyleLbl="sibTrans2D1" presStyleIdx="1" presStyleCnt="3"/>
      <dgm:spPr/>
    </dgm:pt>
    <dgm:pt modelId="{995D75A6-8DB8-4586-B578-5AA787A83DC1}" type="pres">
      <dgm:prSet presAssocID="{DA2DD1CE-8DD7-4405-824C-64C3A4A77012}" presName="connectorText" presStyleLbl="sibTrans2D1" presStyleIdx="1" presStyleCnt="3"/>
      <dgm:spPr/>
    </dgm:pt>
    <dgm:pt modelId="{7A40AAB9-815E-4D94-A85D-5F0987876CB8}" type="pres">
      <dgm:prSet presAssocID="{570943D2-9470-4051-B1D9-EEECE904174B}" presName="node" presStyleLbl="node1" presStyleIdx="2" presStyleCnt="4">
        <dgm:presLayoutVars>
          <dgm:bulletEnabled val="1"/>
        </dgm:presLayoutVars>
      </dgm:prSet>
      <dgm:spPr/>
    </dgm:pt>
    <dgm:pt modelId="{366978D6-7160-4852-810F-EFDA396975C6}" type="pres">
      <dgm:prSet presAssocID="{32AFBE4A-D676-47EC-A1FD-FD99713E6715}" presName="sibTrans" presStyleLbl="sibTrans2D1" presStyleIdx="2" presStyleCnt="3"/>
      <dgm:spPr/>
    </dgm:pt>
    <dgm:pt modelId="{A3F1A50A-84D5-4255-AD90-0A06B9DEB45E}" type="pres">
      <dgm:prSet presAssocID="{32AFBE4A-D676-47EC-A1FD-FD99713E6715}" presName="connectorText" presStyleLbl="sibTrans2D1" presStyleIdx="2" presStyleCnt="3"/>
      <dgm:spPr/>
    </dgm:pt>
    <dgm:pt modelId="{BA4E8859-C71F-4AAB-B4F3-1D1EB4C0CA66}" type="pres">
      <dgm:prSet presAssocID="{58216138-CB72-4C80-9AC2-EE3E5CA2C582}" presName="node" presStyleLbl="node1" presStyleIdx="3" presStyleCnt="4">
        <dgm:presLayoutVars>
          <dgm:bulletEnabled val="1"/>
        </dgm:presLayoutVars>
      </dgm:prSet>
      <dgm:spPr/>
    </dgm:pt>
  </dgm:ptLst>
  <dgm:cxnLst>
    <dgm:cxn modelId="{6383A60D-4494-484A-9ED4-DB535573AA85}" type="presOf" srcId="{36E5B2A3-5F80-4FC2-A2D0-6C7FD259CB9D}" destId="{69F2F0F8-AC01-46D2-BC61-4D3AC8434424}" srcOrd="1" destOrd="0" presId="urn:microsoft.com/office/officeart/2005/8/layout/process1"/>
    <dgm:cxn modelId="{76A5EC0D-EAEF-47BF-8409-F2CDAF6585C5}" type="presOf" srcId="{DA2DD1CE-8DD7-4405-824C-64C3A4A77012}" destId="{2FF89225-4ED1-45DF-B1D8-8EEE1A42BEFF}" srcOrd="0" destOrd="0" presId="urn:microsoft.com/office/officeart/2005/8/layout/process1"/>
    <dgm:cxn modelId="{C08B5513-5915-4F46-8D28-EC02B1B4C92C}" srcId="{0EC98D14-7D03-4A92-B3BA-0DBD76AA6158}" destId="{58216138-CB72-4C80-9AC2-EE3E5CA2C582}" srcOrd="3" destOrd="0" parTransId="{DF5447ED-749C-4FF3-861F-52BAE02B0CFA}" sibTransId="{FFBA0495-8789-4BB9-8FC5-69D8051A7BD1}"/>
    <dgm:cxn modelId="{A6FB1051-3400-4653-925A-BA320BA09139}" type="presOf" srcId="{570943D2-9470-4051-B1D9-EEECE904174B}" destId="{7A40AAB9-815E-4D94-A85D-5F0987876CB8}" srcOrd="0" destOrd="0" presId="urn:microsoft.com/office/officeart/2005/8/layout/process1"/>
    <dgm:cxn modelId="{7D90D953-E79D-4CCE-AA94-2A1E5A785DB9}" type="presOf" srcId="{32AFBE4A-D676-47EC-A1FD-FD99713E6715}" destId="{366978D6-7160-4852-810F-EFDA396975C6}" srcOrd="0" destOrd="0" presId="urn:microsoft.com/office/officeart/2005/8/layout/process1"/>
    <dgm:cxn modelId="{D294A457-25D9-4F55-B767-E04496AC95AD}" type="presOf" srcId="{B5A7584E-7A79-417D-87FC-F3B7B9D6B016}" destId="{CA9CF1AD-8F0B-4056-87AB-57D6CC25EB11}" srcOrd="0" destOrd="0" presId="urn:microsoft.com/office/officeart/2005/8/layout/process1"/>
    <dgm:cxn modelId="{422614A8-64DC-4550-A2D5-AE6AC5BE2C70}" type="presOf" srcId="{36E5B2A3-5F80-4FC2-A2D0-6C7FD259CB9D}" destId="{F93CC385-74CD-4D4B-A85E-562E9C399D08}" srcOrd="0" destOrd="0" presId="urn:microsoft.com/office/officeart/2005/8/layout/process1"/>
    <dgm:cxn modelId="{5447D5A8-0280-40D5-934E-F361D7E07247}" type="presOf" srcId="{32AFBE4A-D676-47EC-A1FD-FD99713E6715}" destId="{A3F1A50A-84D5-4255-AD90-0A06B9DEB45E}" srcOrd="1" destOrd="0" presId="urn:microsoft.com/office/officeart/2005/8/layout/process1"/>
    <dgm:cxn modelId="{F160A6AE-235A-4DBB-A940-D913943F432E}" type="presOf" srcId="{DA2DD1CE-8DD7-4405-824C-64C3A4A77012}" destId="{995D75A6-8DB8-4586-B578-5AA787A83DC1}" srcOrd="1" destOrd="0" presId="urn:microsoft.com/office/officeart/2005/8/layout/process1"/>
    <dgm:cxn modelId="{01826DB1-C1F6-4D7A-9C02-2C726E408A47}" type="presOf" srcId="{5A5F8F78-5B14-401A-AC71-FDDC3E3410EC}" destId="{BB6901E4-E623-47F2-AB31-A993F3C904AA}" srcOrd="0" destOrd="0" presId="urn:microsoft.com/office/officeart/2005/8/layout/process1"/>
    <dgm:cxn modelId="{466D50B7-0F72-45A9-A8E2-496177D616B1}" srcId="{0EC98D14-7D03-4A92-B3BA-0DBD76AA6158}" destId="{5A5F8F78-5B14-401A-AC71-FDDC3E3410EC}" srcOrd="0" destOrd="0" parTransId="{D7827D58-D064-4493-BBA3-85C08D64D343}" sibTransId="{36E5B2A3-5F80-4FC2-A2D0-6C7FD259CB9D}"/>
    <dgm:cxn modelId="{E94937C5-EDB9-4E24-893B-205D8F5A2F48}" srcId="{0EC98D14-7D03-4A92-B3BA-0DBD76AA6158}" destId="{570943D2-9470-4051-B1D9-EEECE904174B}" srcOrd="2" destOrd="0" parTransId="{A9E27E1B-F355-4317-88BD-332BE29D5935}" sibTransId="{32AFBE4A-D676-47EC-A1FD-FD99713E6715}"/>
    <dgm:cxn modelId="{AA8EEFDB-78F5-4E54-A66E-1A84284088F4}" type="presOf" srcId="{0EC98D14-7D03-4A92-B3BA-0DBD76AA6158}" destId="{82D60843-2AAB-4DD4-91AC-531113FA8965}" srcOrd="0" destOrd="0" presId="urn:microsoft.com/office/officeart/2005/8/layout/process1"/>
    <dgm:cxn modelId="{6FB98DEA-72EE-4AFE-8495-F3BA3D96D375}" srcId="{0EC98D14-7D03-4A92-B3BA-0DBD76AA6158}" destId="{B5A7584E-7A79-417D-87FC-F3B7B9D6B016}" srcOrd="1" destOrd="0" parTransId="{C822BDCD-20B1-44AF-97B8-EF27E670831C}" sibTransId="{DA2DD1CE-8DD7-4405-824C-64C3A4A77012}"/>
    <dgm:cxn modelId="{9C4098FA-32CB-4864-8374-FBEC68A09983}" type="presOf" srcId="{58216138-CB72-4C80-9AC2-EE3E5CA2C582}" destId="{BA4E8859-C71F-4AAB-B4F3-1D1EB4C0CA66}" srcOrd="0" destOrd="0" presId="urn:microsoft.com/office/officeart/2005/8/layout/process1"/>
    <dgm:cxn modelId="{2A71F1D4-8273-45E6-8275-EBBDE0CD80E0}" type="presParOf" srcId="{82D60843-2AAB-4DD4-91AC-531113FA8965}" destId="{BB6901E4-E623-47F2-AB31-A993F3C904AA}" srcOrd="0" destOrd="0" presId="urn:microsoft.com/office/officeart/2005/8/layout/process1"/>
    <dgm:cxn modelId="{96914E78-54BC-45DC-8418-FFA1E19F3C14}" type="presParOf" srcId="{82D60843-2AAB-4DD4-91AC-531113FA8965}" destId="{F93CC385-74CD-4D4B-A85E-562E9C399D08}" srcOrd="1" destOrd="0" presId="urn:microsoft.com/office/officeart/2005/8/layout/process1"/>
    <dgm:cxn modelId="{E9280202-898E-4BA6-907D-1C5A15EF59C3}" type="presParOf" srcId="{F93CC385-74CD-4D4B-A85E-562E9C399D08}" destId="{69F2F0F8-AC01-46D2-BC61-4D3AC8434424}" srcOrd="0" destOrd="0" presId="urn:microsoft.com/office/officeart/2005/8/layout/process1"/>
    <dgm:cxn modelId="{9A2512CE-F405-4539-A39C-81DBA3BECD05}" type="presParOf" srcId="{82D60843-2AAB-4DD4-91AC-531113FA8965}" destId="{CA9CF1AD-8F0B-4056-87AB-57D6CC25EB11}" srcOrd="2" destOrd="0" presId="urn:microsoft.com/office/officeart/2005/8/layout/process1"/>
    <dgm:cxn modelId="{77E9C089-3DD5-4F7B-B513-9281F6DE3858}" type="presParOf" srcId="{82D60843-2AAB-4DD4-91AC-531113FA8965}" destId="{2FF89225-4ED1-45DF-B1D8-8EEE1A42BEFF}" srcOrd="3" destOrd="0" presId="urn:microsoft.com/office/officeart/2005/8/layout/process1"/>
    <dgm:cxn modelId="{A0C2A043-382C-4204-BAB0-EA50EBB085BD}" type="presParOf" srcId="{2FF89225-4ED1-45DF-B1D8-8EEE1A42BEFF}" destId="{995D75A6-8DB8-4586-B578-5AA787A83DC1}" srcOrd="0" destOrd="0" presId="urn:microsoft.com/office/officeart/2005/8/layout/process1"/>
    <dgm:cxn modelId="{56DAF282-4C8B-4AED-8666-3E82ED5448DD}" type="presParOf" srcId="{82D60843-2AAB-4DD4-91AC-531113FA8965}" destId="{7A40AAB9-815E-4D94-A85D-5F0987876CB8}" srcOrd="4" destOrd="0" presId="urn:microsoft.com/office/officeart/2005/8/layout/process1"/>
    <dgm:cxn modelId="{B496F715-E3CD-4CEB-AA06-CA4A8841B02E}" type="presParOf" srcId="{82D60843-2AAB-4DD4-91AC-531113FA8965}" destId="{366978D6-7160-4852-810F-EFDA396975C6}" srcOrd="5" destOrd="0" presId="urn:microsoft.com/office/officeart/2005/8/layout/process1"/>
    <dgm:cxn modelId="{C66A27D9-2CC8-4505-BEFF-B746EA3A7B3D}" type="presParOf" srcId="{366978D6-7160-4852-810F-EFDA396975C6}" destId="{A3F1A50A-84D5-4255-AD90-0A06B9DEB45E}" srcOrd="0" destOrd="0" presId="urn:microsoft.com/office/officeart/2005/8/layout/process1"/>
    <dgm:cxn modelId="{B97EE033-312B-49C2-B03F-4CDD31F05C9B}" type="presParOf" srcId="{82D60843-2AAB-4DD4-91AC-531113FA8965}" destId="{BA4E8859-C71F-4AAB-B4F3-1D1EB4C0CA6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C98D14-7D03-4A92-B3BA-0DBD76AA6158}" type="doc">
      <dgm:prSet loTypeId="urn:microsoft.com/office/officeart/2005/8/layout/bProcess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D6A91C1-E9F5-4F63-88E9-AF2A485540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/>
            <a:t>La programación web moderna requiere </a:t>
          </a:r>
          <a:r>
            <a:rPr lang="es-ES" b="1"/>
            <a:t>entender tanto el entorno como la arquitectura MVC</a:t>
          </a:r>
          <a:r>
            <a:rPr lang="es-ES"/>
            <a:t>.</a:t>
          </a:r>
        </a:p>
      </dgm:t>
    </dgm:pt>
    <dgm:pt modelId="{6089FE4F-8F59-4A7A-B402-3B1FC287A970}" type="parTrans" cxnId="{387D8FD6-4F57-4ED7-A92B-7BA2B3F9E0BC}">
      <dgm:prSet/>
      <dgm:spPr/>
      <dgm:t>
        <a:bodyPr/>
        <a:lstStyle/>
        <a:p>
          <a:endParaRPr lang="en-US"/>
        </a:p>
      </dgm:t>
    </dgm:pt>
    <dgm:pt modelId="{5A397C4D-78AA-4010-AEDD-23462AD12643}" type="sibTrans" cxnId="{387D8FD6-4F57-4ED7-A92B-7BA2B3F9E0BC}">
      <dgm:prSet/>
      <dgm:spPr/>
      <dgm:t>
        <a:bodyPr/>
        <a:lstStyle/>
        <a:p>
          <a:endParaRPr lang="en-US"/>
        </a:p>
      </dgm:t>
    </dgm:pt>
    <dgm:pt modelId="{16D1D836-A4CB-4DDC-A106-F523FA6549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/>
            <a:t>MVC permite construir aplicaciones </a:t>
          </a:r>
          <a:r>
            <a:rPr lang="es-ES" b="1"/>
            <a:t>escalables, seguras y organizadas</a:t>
          </a:r>
          <a:r>
            <a:rPr lang="es-ES"/>
            <a:t>.</a:t>
          </a:r>
        </a:p>
      </dgm:t>
    </dgm:pt>
    <dgm:pt modelId="{0F486C03-D0B5-4420-B301-44B581697ACD}" type="parTrans" cxnId="{B455A7AE-A19E-41F4-96E2-DC77FBDEFF80}">
      <dgm:prSet/>
      <dgm:spPr/>
      <dgm:t>
        <a:bodyPr/>
        <a:lstStyle/>
        <a:p>
          <a:endParaRPr lang="en-US"/>
        </a:p>
      </dgm:t>
    </dgm:pt>
    <dgm:pt modelId="{DE575178-0A4D-44CF-AC12-700AE5B27E1B}" type="sibTrans" cxnId="{B455A7AE-A19E-41F4-96E2-DC77FBDEFF80}">
      <dgm:prSet/>
      <dgm:spPr/>
      <dgm:t>
        <a:bodyPr/>
        <a:lstStyle/>
        <a:p>
          <a:endParaRPr lang="en-US"/>
        </a:p>
      </dgm:t>
    </dgm:pt>
    <dgm:pt modelId="{CA57A672-5494-4980-8990-72A2E2C012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/>
            <a:t>Pregunta guía para la clase:</a:t>
          </a:r>
          <a:endParaRPr lang="es-ES"/>
        </a:p>
      </dgm:t>
    </dgm:pt>
    <dgm:pt modelId="{7063896B-9B7D-4665-AF5B-CF347447973A}" type="parTrans" cxnId="{2982E62D-087B-4246-BAEB-6E0321467741}">
      <dgm:prSet/>
      <dgm:spPr/>
      <dgm:t>
        <a:bodyPr/>
        <a:lstStyle/>
        <a:p>
          <a:endParaRPr lang="en-US"/>
        </a:p>
      </dgm:t>
    </dgm:pt>
    <dgm:pt modelId="{64D2F6DB-C795-40E5-A6E6-45718E32D0D4}" type="sibTrans" cxnId="{2982E62D-087B-4246-BAEB-6E0321467741}">
      <dgm:prSet/>
      <dgm:spPr/>
      <dgm:t>
        <a:bodyPr/>
        <a:lstStyle/>
        <a:p>
          <a:endParaRPr lang="en-US"/>
        </a:p>
      </dgm:t>
    </dgm:pt>
    <dgm:pt modelId="{C3705CC7-E171-417B-A6BA-469DF37955D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¿Por qué creen que la separación entre Modelo, Vista y Controlador es tan importante en proyectos grandes?</a:t>
          </a:r>
        </a:p>
      </dgm:t>
    </dgm:pt>
    <dgm:pt modelId="{99F74EC9-2C60-4736-850C-8DAAA88D0ED6}" type="parTrans" cxnId="{D60155C6-7531-4ECA-BD85-D29742F08EE3}">
      <dgm:prSet/>
      <dgm:spPr/>
      <dgm:t>
        <a:bodyPr/>
        <a:lstStyle/>
        <a:p>
          <a:endParaRPr lang="en-US"/>
        </a:p>
      </dgm:t>
    </dgm:pt>
    <dgm:pt modelId="{517C551A-F97F-469F-97BA-BB3681DF7B1C}" type="sibTrans" cxnId="{D60155C6-7531-4ECA-BD85-D29742F08EE3}">
      <dgm:prSet/>
      <dgm:spPr/>
      <dgm:t>
        <a:bodyPr/>
        <a:lstStyle/>
        <a:p>
          <a:endParaRPr lang="en-US"/>
        </a:p>
      </dgm:t>
    </dgm:pt>
    <dgm:pt modelId="{7580EC6F-8867-4F5C-A85B-AAF2EBA40485}" type="pres">
      <dgm:prSet presAssocID="{0EC98D14-7D03-4A92-B3BA-0DBD76AA6158}" presName="Name0" presStyleCnt="0">
        <dgm:presLayoutVars>
          <dgm:dir/>
          <dgm:resizeHandles val="exact"/>
        </dgm:presLayoutVars>
      </dgm:prSet>
      <dgm:spPr/>
    </dgm:pt>
    <dgm:pt modelId="{B79DFC68-30FC-43C1-BF34-D2BC81A24924}" type="pres">
      <dgm:prSet presAssocID="{5D6A91C1-E9F5-4F63-88E9-AF2A4855404A}" presName="node" presStyleLbl="node1" presStyleIdx="0" presStyleCnt="3">
        <dgm:presLayoutVars>
          <dgm:bulletEnabled val="1"/>
        </dgm:presLayoutVars>
      </dgm:prSet>
      <dgm:spPr/>
    </dgm:pt>
    <dgm:pt modelId="{9D2B8561-30FF-489C-BA9D-216F591D65E2}" type="pres">
      <dgm:prSet presAssocID="{5A397C4D-78AA-4010-AEDD-23462AD12643}" presName="sibTrans" presStyleLbl="sibTrans1D1" presStyleIdx="0" presStyleCnt="2"/>
      <dgm:spPr/>
    </dgm:pt>
    <dgm:pt modelId="{9417D2B5-B6E7-4A07-98C0-3607CB5C1A82}" type="pres">
      <dgm:prSet presAssocID="{5A397C4D-78AA-4010-AEDD-23462AD12643}" presName="connectorText" presStyleLbl="sibTrans1D1" presStyleIdx="0" presStyleCnt="2"/>
      <dgm:spPr/>
    </dgm:pt>
    <dgm:pt modelId="{3C9FEABE-951D-4770-A218-EE7AD5086860}" type="pres">
      <dgm:prSet presAssocID="{16D1D836-A4CB-4DDC-A106-F523FA65499F}" presName="node" presStyleLbl="node1" presStyleIdx="1" presStyleCnt="3">
        <dgm:presLayoutVars>
          <dgm:bulletEnabled val="1"/>
        </dgm:presLayoutVars>
      </dgm:prSet>
      <dgm:spPr/>
    </dgm:pt>
    <dgm:pt modelId="{5F6DE197-9093-4982-8101-384FFBD042F8}" type="pres">
      <dgm:prSet presAssocID="{DE575178-0A4D-44CF-AC12-700AE5B27E1B}" presName="sibTrans" presStyleLbl="sibTrans1D1" presStyleIdx="1" presStyleCnt="2"/>
      <dgm:spPr/>
    </dgm:pt>
    <dgm:pt modelId="{45F4DABE-346B-4437-8E8F-7E1B8018108C}" type="pres">
      <dgm:prSet presAssocID="{DE575178-0A4D-44CF-AC12-700AE5B27E1B}" presName="connectorText" presStyleLbl="sibTrans1D1" presStyleIdx="1" presStyleCnt="2"/>
      <dgm:spPr/>
    </dgm:pt>
    <dgm:pt modelId="{7ED3A3ED-D2DB-411E-83FE-31F8BCBAAB00}" type="pres">
      <dgm:prSet presAssocID="{CA57A672-5494-4980-8990-72A2E2C012A8}" presName="node" presStyleLbl="node1" presStyleIdx="2" presStyleCnt="3">
        <dgm:presLayoutVars>
          <dgm:bulletEnabled val="1"/>
        </dgm:presLayoutVars>
      </dgm:prSet>
      <dgm:spPr/>
    </dgm:pt>
  </dgm:ptLst>
  <dgm:cxnLst>
    <dgm:cxn modelId="{2982E62D-087B-4246-BAEB-6E0321467741}" srcId="{0EC98D14-7D03-4A92-B3BA-0DBD76AA6158}" destId="{CA57A672-5494-4980-8990-72A2E2C012A8}" srcOrd="2" destOrd="0" parTransId="{7063896B-9B7D-4665-AF5B-CF347447973A}" sibTransId="{64D2F6DB-C795-40E5-A6E6-45718E32D0D4}"/>
    <dgm:cxn modelId="{66226A35-3176-4261-A776-4B533BB3F2EE}" type="presOf" srcId="{5D6A91C1-E9F5-4F63-88E9-AF2A4855404A}" destId="{B79DFC68-30FC-43C1-BF34-D2BC81A24924}" srcOrd="0" destOrd="0" presId="urn:microsoft.com/office/officeart/2005/8/layout/bProcess3"/>
    <dgm:cxn modelId="{B6FA124D-8E3F-46EA-A094-BA66D30C9574}" type="presOf" srcId="{CA57A672-5494-4980-8990-72A2E2C012A8}" destId="{7ED3A3ED-D2DB-411E-83FE-31F8BCBAAB00}" srcOrd="0" destOrd="0" presId="urn:microsoft.com/office/officeart/2005/8/layout/bProcess3"/>
    <dgm:cxn modelId="{B8731486-B178-4531-AD7A-A314FA777BBD}" type="presOf" srcId="{C3705CC7-E171-417B-A6BA-469DF37955DF}" destId="{7ED3A3ED-D2DB-411E-83FE-31F8BCBAAB00}" srcOrd="0" destOrd="1" presId="urn:microsoft.com/office/officeart/2005/8/layout/bProcess3"/>
    <dgm:cxn modelId="{BABB0D97-C422-4AF4-81C0-FB9A691CD22B}" type="presOf" srcId="{0EC98D14-7D03-4A92-B3BA-0DBD76AA6158}" destId="{7580EC6F-8867-4F5C-A85B-AAF2EBA40485}" srcOrd="0" destOrd="0" presId="urn:microsoft.com/office/officeart/2005/8/layout/bProcess3"/>
    <dgm:cxn modelId="{B455A7AE-A19E-41F4-96E2-DC77FBDEFF80}" srcId="{0EC98D14-7D03-4A92-B3BA-0DBD76AA6158}" destId="{16D1D836-A4CB-4DDC-A106-F523FA65499F}" srcOrd="1" destOrd="0" parTransId="{0F486C03-D0B5-4420-B301-44B581697ACD}" sibTransId="{DE575178-0A4D-44CF-AC12-700AE5B27E1B}"/>
    <dgm:cxn modelId="{508306AF-5EF3-4F0F-955D-E1C4A921DD88}" type="presOf" srcId="{16D1D836-A4CB-4DDC-A106-F523FA65499F}" destId="{3C9FEABE-951D-4770-A218-EE7AD5086860}" srcOrd="0" destOrd="0" presId="urn:microsoft.com/office/officeart/2005/8/layout/bProcess3"/>
    <dgm:cxn modelId="{D07541B1-C5EC-4326-B77D-DA3F375B9FC9}" type="presOf" srcId="{5A397C4D-78AA-4010-AEDD-23462AD12643}" destId="{9417D2B5-B6E7-4A07-98C0-3607CB5C1A82}" srcOrd="1" destOrd="0" presId="urn:microsoft.com/office/officeart/2005/8/layout/bProcess3"/>
    <dgm:cxn modelId="{3840D6BF-DD09-4D71-A5BC-8716768AA9F7}" type="presOf" srcId="{DE575178-0A4D-44CF-AC12-700AE5B27E1B}" destId="{5F6DE197-9093-4982-8101-384FFBD042F8}" srcOrd="0" destOrd="0" presId="urn:microsoft.com/office/officeart/2005/8/layout/bProcess3"/>
    <dgm:cxn modelId="{D60155C6-7531-4ECA-BD85-D29742F08EE3}" srcId="{CA57A672-5494-4980-8990-72A2E2C012A8}" destId="{C3705CC7-E171-417B-A6BA-469DF37955DF}" srcOrd="0" destOrd="0" parTransId="{99F74EC9-2C60-4736-850C-8DAAA88D0ED6}" sibTransId="{517C551A-F97F-469F-97BA-BB3681DF7B1C}"/>
    <dgm:cxn modelId="{387D8FD6-4F57-4ED7-A92B-7BA2B3F9E0BC}" srcId="{0EC98D14-7D03-4A92-B3BA-0DBD76AA6158}" destId="{5D6A91C1-E9F5-4F63-88E9-AF2A4855404A}" srcOrd="0" destOrd="0" parTransId="{6089FE4F-8F59-4A7A-B402-3B1FC287A970}" sibTransId="{5A397C4D-78AA-4010-AEDD-23462AD12643}"/>
    <dgm:cxn modelId="{37AD2CD7-B61D-4C21-A806-85A5ACF08471}" type="presOf" srcId="{DE575178-0A4D-44CF-AC12-700AE5B27E1B}" destId="{45F4DABE-346B-4437-8E8F-7E1B8018108C}" srcOrd="1" destOrd="0" presId="urn:microsoft.com/office/officeart/2005/8/layout/bProcess3"/>
    <dgm:cxn modelId="{52043DF5-9BF3-4BA2-AD03-169C97EEE2BA}" type="presOf" srcId="{5A397C4D-78AA-4010-AEDD-23462AD12643}" destId="{9D2B8561-30FF-489C-BA9D-216F591D65E2}" srcOrd="0" destOrd="0" presId="urn:microsoft.com/office/officeart/2005/8/layout/bProcess3"/>
    <dgm:cxn modelId="{5C6D3946-7F4B-4943-9317-651FB3F775F1}" type="presParOf" srcId="{7580EC6F-8867-4F5C-A85B-AAF2EBA40485}" destId="{B79DFC68-30FC-43C1-BF34-D2BC81A24924}" srcOrd="0" destOrd="0" presId="urn:microsoft.com/office/officeart/2005/8/layout/bProcess3"/>
    <dgm:cxn modelId="{58E3C064-907F-4EB2-99F7-2AEDB240C805}" type="presParOf" srcId="{7580EC6F-8867-4F5C-A85B-AAF2EBA40485}" destId="{9D2B8561-30FF-489C-BA9D-216F591D65E2}" srcOrd="1" destOrd="0" presId="urn:microsoft.com/office/officeart/2005/8/layout/bProcess3"/>
    <dgm:cxn modelId="{198DFEB8-16B5-4394-8621-85EA2900B473}" type="presParOf" srcId="{9D2B8561-30FF-489C-BA9D-216F591D65E2}" destId="{9417D2B5-B6E7-4A07-98C0-3607CB5C1A82}" srcOrd="0" destOrd="0" presId="urn:microsoft.com/office/officeart/2005/8/layout/bProcess3"/>
    <dgm:cxn modelId="{D4AFDD01-CD2C-4896-95ED-1B2497B6FCCB}" type="presParOf" srcId="{7580EC6F-8867-4F5C-A85B-AAF2EBA40485}" destId="{3C9FEABE-951D-4770-A218-EE7AD5086860}" srcOrd="2" destOrd="0" presId="urn:microsoft.com/office/officeart/2005/8/layout/bProcess3"/>
    <dgm:cxn modelId="{3D7CF92E-7FCB-4031-BB07-F0C9795001F6}" type="presParOf" srcId="{7580EC6F-8867-4F5C-A85B-AAF2EBA40485}" destId="{5F6DE197-9093-4982-8101-384FFBD042F8}" srcOrd="3" destOrd="0" presId="urn:microsoft.com/office/officeart/2005/8/layout/bProcess3"/>
    <dgm:cxn modelId="{3601BABF-D6D4-4081-99C9-3A006BD13881}" type="presParOf" srcId="{5F6DE197-9093-4982-8101-384FFBD042F8}" destId="{45F4DABE-346B-4437-8E8F-7E1B8018108C}" srcOrd="0" destOrd="0" presId="urn:microsoft.com/office/officeart/2005/8/layout/bProcess3"/>
    <dgm:cxn modelId="{80CDB757-137E-453B-B171-FF6BF904F270}" type="presParOf" srcId="{7580EC6F-8867-4F5C-A85B-AAF2EBA40485}" destId="{7ED3A3ED-D2DB-411E-83FE-31F8BCBAAB00}" srcOrd="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767090-7447-4659-97BA-932007C3491B}" type="doc">
      <dgm:prSet loTypeId="urn:microsoft.com/office/officeart/2005/8/layout/vList2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E657B64-4CE4-458E-9EDE-4E81A58B64FF}">
      <dgm:prSet/>
      <dgm:spPr/>
      <dgm:t>
        <a:bodyPr/>
        <a:lstStyle/>
        <a:p>
          <a:r>
            <a:rPr lang="en-US" b="0" i="0" dirty="0" err="1"/>
            <a:t>Aguas</a:t>
          </a:r>
          <a:r>
            <a:rPr lang="en-US" b="0" i="0" dirty="0"/>
            <a:t> </a:t>
          </a:r>
          <a:r>
            <a:rPr lang="en-US" b="0" i="0" dirty="0" err="1"/>
            <a:t>Bucheli</a:t>
          </a:r>
          <a:r>
            <a:rPr lang="en-US" b="0" i="0" dirty="0"/>
            <a:t>, L. F. (2023a). </a:t>
          </a:r>
          <a:r>
            <a:rPr lang="en-US" b="0" i="0" dirty="0" err="1"/>
            <a:t>Dominando</a:t>
          </a:r>
          <a:r>
            <a:rPr lang="en-US" b="0" i="0" dirty="0"/>
            <a:t> la </a:t>
          </a:r>
          <a:r>
            <a:rPr lang="en-US" b="0" i="0" dirty="0" err="1"/>
            <a:t>Programación</a:t>
          </a:r>
          <a:r>
            <a:rPr lang="en-US" b="0" i="0" dirty="0"/>
            <a:t> </a:t>
          </a:r>
          <a:r>
            <a:rPr lang="en-US" b="0" i="0" dirty="0" err="1"/>
            <a:t>Orientada</a:t>
          </a:r>
          <a:r>
            <a:rPr lang="en-US" b="0" i="0" dirty="0"/>
            <a:t> a </a:t>
          </a:r>
          <a:r>
            <a:rPr lang="en-US" b="0" i="0" dirty="0" err="1"/>
            <a:t>Objetos</a:t>
          </a:r>
          <a:r>
            <a:rPr lang="en-US" b="0" i="0" dirty="0"/>
            <a:t> con Java </a:t>
          </a:r>
          <a:r>
            <a:rPr lang="en-US" b="0" i="0" dirty="0" err="1"/>
            <a:t>en</a:t>
          </a:r>
          <a:r>
            <a:rPr lang="en-US" b="0" i="0" dirty="0"/>
            <a:t> NetBeans. Our Knowledge Publishing.</a:t>
          </a:r>
          <a:endParaRPr lang="en-US" dirty="0"/>
        </a:p>
      </dgm:t>
    </dgm:pt>
    <dgm:pt modelId="{C3C2E455-FD97-4F0C-819A-E3EC3221B773}" type="parTrans" cxnId="{2FE3813F-EB6B-4A05-BB92-68D71CAE7B85}">
      <dgm:prSet/>
      <dgm:spPr/>
      <dgm:t>
        <a:bodyPr/>
        <a:lstStyle/>
        <a:p>
          <a:endParaRPr lang="en-US"/>
        </a:p>
      </dgm:t>
    </dgm:pt>
    <dgm:pt modelId="{0201FA55-4442-4170-B573-E4359B3932E4}" type="sibTrans" cxnId="{2FE3813F-EB6B-4A05-BB92-68D71CAE7B85}">
      <dgm:prSet/>
      <dgm:spPr/>
      <dgm:t>
        <a:bodyPr/>
        <a:lstStyle/>
        <a:p>
          <a:endParaRPr lang="en-US"/>
        </a:p>
      </dgm:t>
    </dgm:pt>
    <dgm:pt modelId="{8B4BD452-DA9C-4FA6-9180-B5C1AF6FA2DD}">
      <dgm:prSet/>
      <dgm:spPr/>
      <dgm:t>
        <a:bodyPr/>
        <a:lstStyle/>
        <a:p>
          <a:r>
            <a:rPr lang="en-US" b="0" i="0"/>
            <a:t>Aguas Bucheli, L. F. (2023b). Manos a la Obra: Prácticas de Laboratorio en Estructuras de Datos. Our Knowledge Publishing.</a:t>
          </a:r>
          <a:endParaRPr lang="en-US"/>
        </a:p>
      </dgm:t>
    </dgm:pt>
    <dgm:pt modelId="{EB03F6C3-90DC-4559-AA65-FAEE7B380443}" type="parTrans" cxnId="{7834A860-5686-471E-9EB0-76A30EFD61B8}">
      <dgm:prSet/>
      <dgm:spPr/>
      <dgm:t>
        <a:bodyPr/>
        <a:lstStyle/>
        <a:p>
          <a:endParaRPr lang="en-US"/>
        </a:p>
      </dgm:t>
    </dgm:pt>
    <dgm:pt modelId="{C7B4BD64-DE9C-403A-93F4-CE08FE5F301D}" type="sibTrans" cxnId="{7834A860-5686-471E-9EB0-76A30EFD61B8}">
      <dgm:prSet/>
      <dgm:spPr/>
      <dgm:t>
        <a:bodyPr/>
        <a:lstStyle/>
        <a:p>
          <a:endParaRPr lang="en-US"/>
        </a:p>
      </dgm:t>
    </dgm:pt>
    <dgm:pt modelId="{343122AD-A50B-48FC-AD2D-9F9CF0F70C26}">
      <dgm:prSet/>
      <dgm:spPr/>
      <dgm:t>
        <a:bodyPr/>
        <a:lstStyle/>
        <a:p>
          <a:r>
            <a:rPr lang="en-US" b="0" i="0" dirty="0"/>
            <a:t>Aguas Bucheli, L. F. (2024b). </a:t>
          </a:r>
          <a:r>
            <a:rPr lang="es-ES" b="0" i="0" dirty="0"/>
            <a:t>Estructuras de Datos para Todos: Ejercicios y Teoría con Java</a:t>
          </a:r>
          <a:r>
            <a:rPr lang="es-ES" b="1" i="0" dirty="0"/>
            <a:t>.</a:t>
          </a:r>
          <a:r>
            <a:rPr lang="en-US" b="0" i="0" dirty="0"/>
            <a:t> Our Knowledge Publishing.</a:t>
          </a:r>
          <a:endParaRPr lang="en-US" dirty="0"/>
        </a:p>
      </dgm:t>
    </dgm:pt>
    <dgm:pt modelId="{D452DAB7-21A3-428D-A216-733C5D5FC526}" type="parTrans" cxnId="{8FFFF241-25AB-40C1-9116-360FAF2E6AD8}">
      <dgm:prSet/>
      <dgm:spPr/>
      <dgm:t>
        <a:bodyPr/>
        <a:lstStyle/>
        <a:p>
          <a:endParaRPr lang="en-US"/>
        </a:p>
      </dgm:t>
    </dgm:pt>
    <dgm:pt modelId="{7DC64B4F-F184-44A6-B19E-8F5EE3C0E4AE}" type="sibTrans" cxnId="{8FFFF241-25AB-40C1-9116-360FAF2E6AD8}">
      <dgm:prSet/>
      <dgm:spPr/>
      <dgm:t>
        <a:bodyPr/>
        <a:lstStyle/>
        <a:p>
          <a:endParaRPr lang="en-US"/>
        </a:p>
      </dgm:t>
    </dgm:pt>
    <dgm:pt modelId="{CDDEA024-B704-4572-B2BA-1B7719696BB0}">
      <dgm:prSet/>
      <dgm:spPr/>
      <dgm:t>
        <a:bodyPr/>
        <a:lstStyle/>
        <a:p>
          <a:r>
            <a:rPr lang="en-US" b="0" i="0" dirty="0"/>
            <a:t>Aguas Bucheli, L. F. (2025a). </a:t>
          </a:r>
          <a:r>
            <a:rPr lang="es-ES" b="0" i="0" dirty="0"/>
            <a:t>Desarrollo Multiplataforma con MAUI.NET: Una guía con </a:t>
          </a:r>
          <a:r>
            <a:rPr lang="es-ES" b="0" i="0" dirty="0" err="1"/>
            <a:t>Aguaszoft</a:t>
          </a:r>
          <a:r>
            <a:rPr lang="es-ES" b="0" i="0" dirty="0"/>
            <a:t>.</a:t>
          </a:r>
          <a:r>
            <a:rPr lang="en-US" b="0" i="0" dirty="0"/>
            <a:t> Our Knowledge Publishing.</a:t>
          </a:r>
          <a:endParaRPr lang="en-US" dirty="0"/>
        </a:p>
      </dgm:t>
    </dgm:pt>
    <dgm:pt modelId="{A45F5FA9-434B-4E18-8709-3FA5CB1A79D5}" type="parTrans" cxnId="{3F435B7A-9AE7-4448-B49C-41ACEAF85857}">
      <dgm:prSet/>
      <dgm:spPr/>
      <dgm:t>
        <a:bodyPr/>
        <a:lstStyle/>
        <a:p>
          <a:endParaRPr lang="en-US"/>
        </a:p>
      </dgm:t>
    </dgm:pt>
    <dgm:pt modelId="{C186EDBE-DBCC-48C0-B36D-08F31207B8AD}" type="sibTrans" cxnId="{3F435B7A-9AE7-4448-B49C-41ACEAF85857}">
      <dgm:prSet/>
      <dgm:spPr/>
      <dgm:t>
        <a:bodyPr/>
        <a:lstStyle/>
        <a:p>
          <a:endParaRPr lang="en-US"/>
        </a:p>
      </dgm:t>
    </dgm:pt>
    <dgm:pt modelId="{EEFA2CBB-7B6C-4033-97DB-1DA9EF8B41E5}">
      <dgm:prSet custT="1"/>
      <dgm:spPr/>
      <dgm:t>
        <a:bodyPr/>
        <a:lstStyle/>
        <a:p>
          <a:r>
            <a:rPr lang="en-US" sz="2300" b="0" i="0" kern="1200"/>
            <a:t>Aguas Bucheli, L. F. (2025b). </a:t>
          </a:r>
          <a:r>
            <a:rPr lang="es-ES" sz="2300" b="0" i="0" kern="1200">
              <a:latin typeface="Calibri" panose="020F0502020204030204"/>
              <a:ea typeface="+mn-ea"/>
              <a:cs typeface="+mn-cs"/>
            </a:rPr>
            <a:t>Desarrollo Multiplataforma Aplicado con NET MAUI y Flutter.</a:t>
          </a:r>
          <a:r>
            <a:rPr lang="en-US" sz="2300" b="0" i="0" kern="1200">
              <a:latin typeface="Calibri" panose="020F0502020204030204"/>
              <a:ea typeface="+mn-ea"/>
              <a:cs typeface="+mn-cs"/>
            </a:rPr>
            <a:t> </a:t>
          </a:r>
          <a:r>
            <a:rPr lang="en-US" sz="2300" b="0" i="0" kern="1200"/>
            <a:t>Our Knowledge Publishing</a:t>
          </a:r>
          <a:endParaRPr lang="en-US" sz="2300" kern="1200" dirty="0"/>
        </a:p>
      </dgm:t>
    </dgm:pt>
    <dgm:pt modelId="{A01E241D-540C-4D63-81CC-053609032C92}" type="parTrans" cxnId="{6FC0EC38-FE29-4A4F-851C-13788BEFB7FC}">
      <dgm:prSet/>
      <dgm:spPr/>
      <dgm:t>
        <a:bodyPr/>
        <a:lstStyle/>
        <a:p>
          <a:endParaRPr lang="en-US"/>
        </a:p>
      </dgm:t>
    </dgm:pt>
    <dgm:pt modelId="{10FD1211-0B72-4DC1-BFC0-6985D81115AB}" type="sibTrans" cxnId="{6FC0EC38-FE29-4A4F-851C-13788BEFB7FC}">
      <dgm:prSet/>
      <dgm:spPr/>
      <dgm:t>
        <a:bodyPr/>
        <a:lstStyle/>
        <a:p>
          <a:endParaRPr lang="en-US"/>
        </a:p>
      </dgm:t>
    </dgm:pt>
    <dgm:pt modelId="{D9CD8557-9F73-46C5-AD48-14F5BF9854DE}" type="pres">
      <dgm:prSet presAssocID="{68767090-7447-4659-97BA-932007C3491B}" presName="linear" presStyleCnt="0">
        <dgm:presLayoutVars>
          <dgm:animLvl val="lvl"/>
          <dgm:resizeHandles val="exact"/>
        </dgm:presLayoutVars>
      </dgm:prSet>
      <dgm:spPr/>
    </dgm:pt>
    <dgm:pt modelId="{B7AB0801-410C-4183-95BF-B83A9908EF3C}" type="pres">
      <dgm:prSet presAssocID="{EEFA2CBB-7B6C-4033-97DB-1DA9EF8B41E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B393869-3F4F-43F1-9EB3-4AE0C10C6A7C}" type="pres">
      <dgm:prSet presAssocID="{10FD1211-0B72-4DC1-BFC0-6985D81115AB}" presName="spacer" presStyleCnt="0"/>
      <dgm:spPr/>
    </dgm:pt>
    <dgm:pt modelId="{B24F76E2-4F23-408B-BD36-E384B070F5BC}" type="pres">
      <dgm:prSet presAssocID="{CDDEA024-B704-4572-B2BA-1B7719696BB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EE3BC29-CB1F-40D7-A1E9-DB0708B4846C}" type="pres">
      <dgm:prSet presAssocID="{C186EDBE-DBCC-48C0-B36D-08F31207B8AD}" presName="spacer" presStyleCnt="0"/>
      <dgm:spPr/>
    </dgm:pt>
    <dgm:pt modelId="{544FCEAC-C929-45A7-9A93-BB2E50ACA8B6}" type="pres">
      <dgm:prSet presAssocID="{343122AD-A50B-48FC-AD2D-9F9CF0F70C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55264E-AB40-4FF3-B9F4-78965F1B4C42}" type="pres">
      <dgm:prSet presAssocID="{7DC64B4F-F184-44A6-B19E-8F5EE3C0E4AE}" presName="spacer" presStyleCnt="0"/>
      <dgm:spPr/>
    </dgm:pt>
    <dgm:pt modelId="{33B62240-ED1D-4EFF-B35D-066379E22433}" type="pres">
      <dgm:prSet presAssocID="{6E657B64-4CE4-458E-9EDE-4E81A58B64F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AA7513C-418E-46B4-BE71-3DAEB53BE408}" type="pres">
      <dgm:prSet presAssocID="{0201FA55-4442-4170-B573-E4359B3932E4}" presName="spacer" presStyleCnt="0"/>
      <dgm:spPr/>
    </dgm:pt>
    <dgm:pt modelId="{AC679E47-30D2-4181-9505-AFD2EFA8E0C9}" type="pres">
      <dgm:prSet presAssocID="{8B4BD452-DA9C-4FA6-9180-B5C1AF6FA2D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F906F1B-A067-4D1F-ADDA-D925E1D61240}" type="presOf" srcId="{CDDEA024-B704-4572-B2BA-1B7719696BB0}" destId="{B24F76E2-4F23-408B-BD36-E384B070F5BC}" srcOrd="0" destOrd="0" presId="urn:microsoft.com/office/officeart/2005/8/layout/vList2"/>
    <dgm:cxn modelId="{F7BE2333-6EF8-4140-BFD6-BD0B6E1CDFFF}" type="presOf" srcId="{68767090-7447-4659-97BA-932007C3491B}" destId="{D9CD8557-9F73-46C5-AD48-14F5BF9854DE}" srcOrd="0" destOrd="0" presId="urn:microsoft.com/office/officeart/2005/8/layout/vList2"/>
    <dgm:cxn modelId="{6FC0EC38-FE29-4A4F-851C-13788BEFB7FC}" srcId="{68767090-7447-4659-97BA-932007C3491B}" destId="{EEFA2CBB-7B6C-4033-97DB-1DA9EF8B41E5}" srcOrd="0" destOrd="0" parTransId="{A01E241D-540C-4D63-81CC-053609032C92}" sibTransId="{10FD1211-0B72-4DC1-BFC0-6985D81115AB}"/>
    <dgm:cxn modelId="{2FE3813F-EB6B-4A05-BB92-68D71CAE7B85}" srcId="{68767090-7447-4659-97BA-932007C3491B}" destId="{6E657B64-4CE4-458E-9EDE-4E81A58B64FF}" srcOrd="3" destOrd="0" parTransId="{C3C2E455-FD97-4F0C-819A-E3EC3221B773}" sibTransId="{0201FA55-4442-4170-B573-E4359B3932E4}"/>
    <dgm:cxn modelId="{7834A860-5686-471E-9EB0-76A30EFD61B8}" srcId="{68767090-7447-4659-97BA-932007C3491B}" destId="{8B4BD452-DA9C-4FA6-9180-B5C1AF6FA2DD}" srcOrd="4" destOrd="0" parTransId="{EB03F6C3-90DC-4559-AA65-FAEE7B380443}" sibTransId="{C7B4BD64-DE9C-403A-93F4-CE08FE5F301D}"/>
    <dgm:cxn modelId="{8FFFF241-25AB-40C1-9116-360FAF2E6AD8}" srcId="{68767090-7447-4659-97BA-932007C3491B}" destId="{343122AD-A50B-48FC-AD2D-9F9CF0F70C26}" srcOrd="2" destOrd="0" parTransId="{D452DAB7-21A3-428D-A216-733C5D5FC526}" sibTransId="{7DC64B4F-F184-44A6-B19E-8F5EE3C0E4AE}"/>
    <dgm:cxn modelId="{3F435B7A-9AE7-4448-B49C-41ACEAF85857}" srcId="{68767090-7447-4659-97BA-932007C3491B}" destId="{CDDEA024-B704-4572-B2BA-1B7719696BB0}" srcOrd="1" destOrd="0" parTransId="{A45F5FA9-434B-4E18-8709-3FA5CB1A79D5}" sibTransId="{C186EDBE-DBCC-48C0-B36D-08F31207B8AD}"/>
    <dgm:cxn modelId="{17C750A6-3E84-4ADE-9FD3-0A79D088733A}" type="presOf" srcId="{343122AD-A50B-48FC-AD2D-9F9CF0F70C26}" destId="{544FCEAC-C929-45A7-9A93-BB2E50ACA8B6}" srcOrd="0" destOrd="0" presId="urn:microsoft.com/office/officeart/2005/8/layout/vList2"/>
    <dgm:cxn modelId="{5DF5C3AC-4E23-4707-B1A9-5914D50EFAC8}" type="presOf" srcId="{EEFA2CBB-7B6C-4033-97DB-1DA9EF8B41E5}" destId="{B7AB0801-410C-4183-95BF-B83A9908EF3C}" srcOrd="0" destOrd="0" presId="urn:microsoft.com/office/officeart/2005/8/layout/vList2"/>
    <dgm:cxn modelId="{CDBE49D5-34AD-40B1-99DB-C21CA18A7297}" type="presOf" srcId="{8B4BD452-DA9C-4FA6-9180-B5C1AF6FA2DD}" destId="{AC679E47-30D2-4181-9505-AFD2EFA8E0C9}" srcOrd="0" destOrd="0" presId="urn:microsoft.com/office/officeart/2005/8/layout/vList2"/>
    <dgm:cxn modelId="{250D61F4-65FB-4115-8966-C0244E980132}" type="presOf" srcId="{6E657B64-4CE4-458E-9EDE-4E81A58B64FF}" destId="{33B62240-ED1D-4EFF-B35D-066379E22433}" srcOrd="0" destOrd="0" presId="urn:microsoft.com/office/officeart/2005/8/layout/vList2"/>
    <dgm:cxn modelId="{722165BC-36E0-4E3E-8B6B-395C9FA357A6}" type="presParOf" srcId="{D9CD8557-9F73-46C5-AD48-14F5BF9854DE}" destId="{B7AB0801-410C-4183-95BF-B83A9908EF3C}" srcOrd="0" destOrd="0" presId="urn:microsoft.com/office/officeart/2005/8/layout/vList2"/>
    <dgm:cxn modelId="{6AE4C09E-9A4A-46D8-B1CB-70E173856830}" type="presParOf" srcId="{D9CD8557-9F73-46C5-AD48-14F5BF9854DE}" destId="{3B393869-3F4F-43F1-9EB3-4AE0C10C6A7C}" srcOrd="1" destOrd="0" presId="urn:microsoft.com/office/officeart/2005/8/layout/vList2"/>
    <dgm:cxn modelId="{A2587995-42C9-41EE-B3A0-748F2EB0082A}" type="presParOf" srcId="{D9CD8557-9F73-46C5-AD48-14F5BF9854DE}" destId="{B24F76E2-4F23-408B-BD36-E384B070F5BC}" srcOrd="2" destOrd="0" presId="urn:microsoft.com/office/officeart/2005/8/layout/vList2"/>
    <dgm:cxn modelId="{7B8EC48A-E581-47AE-81AE-DB819573B1A2}" type="presParOf" srcId="{D9CD8557-9F73-46C5-AD48-14F5BF9854DE}" destId="{4EE3BC29-CB1F-40D7-A1E9-DB0708B4846C}" srcOrd="3" destOrd="0" presId="urn:microsoft.com/office/officeart/2005/8/layout/vList2"/>
    <dgm:cxn modelId="{58568888-BBE4-4354-A16E-AE7A37F4F9AB}" type="presParOf" srcId="{D9CD8557-9F73-46C5-AD48-14F5BF9854DE}" destId="{544FCEAC-C929-45A7-9A93-BB2E50ACA8B6}" srcOrd="4" destOrd="0" presId="urn:microsoft.com/office/officeart/2005/8/layout/vList2"/>
    <dgm:cxn modelId="{FB9A18AE-EB4B-41B9-AC83-C110F179B3FA}" type="presParOf" srcId="{D9CD8557-9F73-46C5-AD48-14F5BF9854DE}" destId="{2155264E-AB40-4FF3-B9F4-78965F1B4C42}" srcOrd="5" destOrd="0" presId="urn:microsoft.com/office/officeart/2005/8/layout/vList2"/>
    <dgm:cxn modelId="{192D1EC9-B892-472C-A828-2EF0BF71189A}" type="presParOf" srcId="{D9CD8557-9F73-46C5-AD48-14F5BF9854DE}" destId="{33B62240-ED1D-4EFF-B35D-066379E22433}" srcOrd="6" destOrd="0" presId="urn:microsoft.com/office/officeart/2005/8/layout/vList2"/>
    <dgm:cxn modelId="{39817E97-60B8-4F18-B51B-E3D27950907F}" type="presParOf" srcId="{D9CD8557-9F73-46C5-AD48-14F5BF9854DE}" destId="{BAA7513C-418E-46B4-BE71-3DAEB53BE408}" srcOrd="7" destOrd="0" presId="urn:microsoft.com/office/officeart/2005/8/layout/vList2"/>
    <dgm:cxn modelId="{806F1505-B753-4027-A85B-C9241E9F4F91}" type="presParOf" srcId="{D9CD8557-9F73-46C5-AD48-14F5BF9854DE}" destId="{AC679E47-30D2-4181-9505-AFD2EFA8E0C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91FBE-E646-4CA4-BF77-EF08B48AA8E6}">
      <dsp:nvSpPr>
        <dsp:cNvPr id="0" name=""/>
        <dsp:cNvSpPr/>
      </dsp:nvSpPr>
      <dsp:spPr>
        <a:xfrm>
          <a:off x="3984124" y="1791964"/>
          <a:ext cx="8712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6195"/>
              </a:moveTo>
              <a:lnTo>
                <a:pt x="452724" y="56195"/>
              </a:lnTo>
              <a:lnTo>
                <a:pt x="452724" y="45720"/>
              </a:lnTo>
              <a:lnTo>
                <a:pt x="871248" y="45720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97200" y="1833100"/>
        <a:ext cx="45095" cy="9167"/>
      </dsp:txXfrm>
    </dsp:sp>
    <dsp:sp modelId="{C9B801EB-D8B8-4EA0-A162-B70D0891195A}">
      <dsp:nvSpPr>
        <dsp:cNvPr id="0" name=""/>
        <dsp:cNvSpPr/>
      </dsp:nvSpPr>
      <dsp:spPr>
        <a:xfrm>
          <a:off x="0" y="652382"/>
          <a:ext cx="3985924" cy="23915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>
              <a:latin typeface="Arial" panose="020B0604020202020204" pitchFamily="34" charset="0"/>
              <a:cs typeface="Arial" panose="020B0604020202020204" pitchFamily="34" charset="0"/>
            </a:rPr>
            <a:t>La metodología consiste en un proceso interactivo entre el profesor  [dinamizador] y los estudiantes, la cual se ha definido como: </a:t>
          </a:r>
          <a:r>
            <a:rPr lang="es-ES" sz="1400" b="1" kern="1200">
              <a:latin typeface="Arial" panose="020B0604020202020204" pitchFamily="34" charset="0"/>
              <a:cs typeface="Arial" panose="020B0604020202020204" pitchFamily="34" charset="0"/>
            </a:rPr>
            <a:t>“Aprender haciendo - haciendo aprendiendo”</a:t>
          </a:r>
          <a:r>
            <a:rPr lang="es-ES" sz="1400" kern="120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652382"/>
        <a:ext cx="3985924" cy="2391554"/>
      </dsp:txXfrm>
    </dsp:sp>
    <dsp:sp modelId="{7F310991-A038-4605-A812-A8A4AC51B3DC}">
      <dsp:nvSpPr>
        <dsp:cNvPr id="0" name=""/>
        <dsp:cNvSpPr/>
      </dsp:nvSpPr>
      <dsp:spPr>
        <a:xfrm>
          <a:off x="4887773" y="641907"/>
          <a:ext cx="3985924" cy="23915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>
              <a:latin typeface="Arial" panose="020B0604020202020204" pitchFamily="34" charset="0"/>
              <a:cs typeface="Arial" panose="020B0604020202020204" pitchFamily="34" charset="0"/>
            </a:rPr>
            <a:t>En este proceso el profesor será el que guiará la dinámica para que los estudiantes puedan aprender de forma constructiva su conocimiento. </a:t>
          </a: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87773" y="641907"/>
        <a:ext cx="3985924" cy="23915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F4C2D-C423-41E5-AFE2-D240A225E82C}">
      <dsp:nvSpPr>
        <dsp:cNvPr id="0" name=""/>
        <dsp:cNvSpPr/>
      </dsp:nvSpPr>
      <dsp:spPr>
        <a:xfrm>
          <a:off x="0" y="0"/>
          <a:ext cx="9517223" cy="1660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0" i="0" kern="1200" baseline="0" dirty="0"/>
            <a:t>ISWZ2103-RDA1</a:t>
          </a:r>
          <a:endParaRPr lang="en-US" sz="3100" kern="1200" dirty="0"/>
        </a:p>
      </dsp:txBody>
      <dsp:txXfrm>
        <a:off x="0" y="0"/>
        <a:ext cx="9517223" cy="896859"/>
      </dsp:txXfrm>
    </dsp:sp>
    <dsp:sp modelId="{7F08390D-A1F1-430C-B7BE-6F0A3D0DDB89}">
      <dsp:nvSpPr>
        <dsp:cNvPr id="0" name=""/>
        <dsp:cNvSpPr/>
      </dsp:nvSpPr>
      <dsp:spPr>
        <a:xfrm>
          <a:off x="0" y="863642"/>
          <a:ext cx="9517223" cy="7639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 baseline="0" dirty="0"/>
            <a:t> Contrasta los conceptos de la programación orientada a eventos y arquitectura multicapa, a través de </a:t>
          </a:r>
          <a:r>
            <a:rPr lang="en-US" sz="2500" b="0" i="0" kern="1200" baseline="0" dirty="0" err="1"/>
            <a:t>lenguajes</a:t>
          </a:r>
          <a:r>
            <a:rPr lang="en-US" sz="2500" b="0" i="0" kern="1200" baseline="0" dirty="0"/>
            <a:t> de </a:t>
          </a:r>
          <a:r>
            <a:rPr lang="en-US" sz="2500" b="0" i="0" kern="1200" baseline="0" dirty="0" err="1"/>
            <a:t>programación</a:t>
          </a:r>
          <a:endParaRPr lang="en-US" sz="2500" kern="1200" dirty="0"/>
        </a:p>
      </dsp:txBody>
      <dsp:txXfrm>
        <a:off x="0" y="863642"/>
        <a:ext cx="9517223" cy="7639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19F01-57BF-4F2E-B70C-0A7AF72179D0}">
      <dsp:nvSpPr>
        <dsp:cNvPr id="0" name=""/>
        <dsp:cNvSpPr/>
      </dsp:nvSpPr>
      <dsp:spPr>
        <a:xfrm>
          <a:off x="2070" y="0"/>
          <a:ext cx="3221671" cy="4730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Definición:</a:t>
          </a:r>
          <a:endParaRPr lang="en-US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Desarrollo de aplicaciones que funcionan en un navegador y se ejecutan mediante </a:t>
          </a:r>
          <a:r>
            <a:rPr lang="es-ES" sz="1500" b="1" kern="1200"/>
            <a:t>HTTP/HTTPS</a:t>
          </a:r>
          <a:r>
            <a:rPr lang="es-ES" sz="1500" kern="1200"/>
            <a:t>.</a:t>
          </a:r>
          <a:endParaRPr lang="en-US" sz="1500" kern="1200" dirty="0"/>
        </a:p>
      </dsp:txBody>
      <dsp:txXfrm>
        <a:off x="2070" y="1892182"/>
        <a:ext cx="3221671" cy="1892182"/>
      </dsp:txXfrm>
    </dsp:sp>
    <dsp:sp modelId="{B57C2EE6-4F7A-4B31-97E4-8FA737986BB8}">
      <dsp:nvSpPr>
        <dsp:cNvPr id="0" name=""/>
        <dsp:cNvSpPr/>
      </dsp:nvSpPr>
      <dsp:spPr>
        <a:xfrm>
          <a:off x="825285" y="283827"/>
          <a:ext cx="1575242" cy="157524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E9840E2-3ADC-4ED3-AF40-0B521115836B}">
      <dsp:nvSpPr>
        <dsp:cNvPr id="0" name=""/>
        <dsp:cNvSpPr/>
      </dsp:nvSpPr>
      <dsp:spPr>
        <a:xfrm>
          <a:off x="3320392" y="0"/>
          <a:ext cx="3221671" cy="4730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Tipos</a:t>
          </a:r>
          <a:r>
            <a:rPr lang="en-US" sz="1900" b="1" kern="1200" dirty="0"/>
            <a:t> de </a:t>
          </a:r>
          <a:r>
            <a:rPr lang="en-US" sz="1900" b="1" kern="1200" dirty="0" err="1"/>
            <a:t>programación</a:t>
          </a:r>
          <a:r>
            <a:rPr lang="en-US" sz="1900" b="1" kern="1200" dirty="0"/>
            <a:t> web: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500" b="1" kern="1200" dirty="0" err="1"/>
            <a:t>Frontend</a:t>
          </a:r>
          <a:r>
            <a:rPr lang="pt-BR" sz="1500" kern="1200" dirty="0"/>
            <a:t>: </a:t>
          </a:r>
          <a:r>
            <a:rPr lang="pt-BR" sz="1500" kern="1200" dirty="0" err="1"/>
            <a:t>interfaz</a:t>
          </a:r>
          <a:r>
            <a:rPr lang="pt-BR" sz="1500" kern="1200" dirty="0"/>
            <a:t> gráfica (HTML, CSS, JS).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Backend</a:t>
          </a:r>
          <a:r>
            <a:rPr lang="en-US" sz="1500" kern="1200" dirty="0"/>
            <a:t>: </a:t>
          </a:r>
          <a:r>
            <a:rPr lang="en-US" sz="1500" kern="1200" dirty="0" err="1"/>
            <a:t>lógica</a:t>
          </a:r>
          <a:r>
            <a:rPr lang="en-US" sz="1500" kern="1200" dirty="0"/>
            <a:t> de </a:t>
          </a:r>
          <a:r>
            <a:rPr lang="en-US" sz="1500" kern="1200" dirty="0" err="1"/>
            <a:t>negocio</a:t>
          </a:r>
          <a:r>
            <a:rPr lang="en-US" sz="1500" kern="1200" dirty="0"/>
            <a:t> (C#, Java, PHP, Python, etc.).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500" b="1" kern="1200" dirty="0"/>
            <a:t>Full </a:t>
          </a:r>
          <a:r>
            <a:rPr lang="es-ES" sz="1500" b="1" kern="1200" dirty="0" err="1"/>
            <a:t>Stack</a:t>
          </a:r>
          <a:r>
            <a:rPr lang="es-ES" sz="1500" kern="1200" dirty="0"/>
            <a:t>: combinación de ambos.</a:t>
          </a:r>
        </a:p>
      </dsp:txBody>
      <dsp:txXfrm>
        <a:off x="3320392" y="1892182"/>
        <a:ext cx="3221671" cy="1892182"/>
      </dsp:txXfrm>
    </dsp:sp>
    <dsp:sp modelId="{1A16F266-AB6F-4556-8B75-1F11A7013B8A}">
      <dsp:nvSpPr>
        <dsp:cNvPr id="0" name=""/>
        <dsp:cNvSpPr/>
      </dsp:nvSpPr>
      <dsp:spPr>
        <a:xfrm>
          <a:off x="4143607" y="283827"/>
          <a:ext cx="1575242" cy="157524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D2786DF-F326-4F4D-B3E5-23E8C0977472}">
      <dsp:nvSpPr>
        <dsp:cNvPr id="0" name=""/>
        <dsp:cNvSpPr/>
      </dsp:nvSpPr>
      <dsp:spPr>
        <a:xfrm>
          <a:off x="6638714" y="0"/>
          <a:ext cx="3221671" cy="4730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Ejemplo: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una </a:t>
          </a:r>
          <a:r>
            <a:rPr lang="es-ES" sz="1500" kern="1200" dirty="0"/>
            <a:t>tienda en línea que integra carrito de compras, base de datos y vistas dinámicas.</a:t>
          </a:r>
        </a:p>
      </dsp:txBody>
      <dsp:txXfrm>
        <a:off x="6638714" y="1892182"/>
        <a:ext cx="3221671" cy="1892182"/>
      </dsp:txXfrm>
    </dsp:sp>
    <dsp:sp modelId="{948E1CBD-D020-4872-9BF2-0D19ABBF25AD}">
      <dsp:nvSpPr>
        <dsp:cNvPr id="0" name=""/>
        <dsp:cNvSpPr/>
      </dsp:nvSpPr>
      <dsp:spPr>
        <a:xfrm>
          <a:off x="7461929" y="283827"/>
          <a:ext cx="1575242" cy="1575242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4AD7D4C-1D3D-4C9A-A454-98DC53B0F1F9}">
      <dsp:nvSpPr>
        <dsp:cNvPr id="0" name=""/>
        <dsp:cNvSpPr/>
      </dsp:nvSpPr>
      <dsp:spPr>
        <a:xfrm>
          <a:off x="394498" y="3784365"/>
          <a:ext cx="9073460" cy="709568"/>
        </a:xfrm>
        <a:prstGeom prst="leftRightArrow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DFDDC-272C-4F49-8028-B45157FCC627}">
      <dsp:nvSpPr>
        <dsp:cNvPr id="0" name=""/>
        <dsp:cNvSpPr/>
      </dsp:nvSpPr>
      <dsp:spPr>
        <a:xfrm>
          <a:off x="3537" y="198003"/>
          <a:ext cx="782542" cy="782542"/>
        </a:xfrm>
        <a:prstGeom prst="chord">
          <a:avLst>
            <a:gd name="adj1" fmla="val 4800000"/>
            <a:gd name="adj2" fmla="val 1680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42D63-9008-4031-B77E-E348133F2997}">
      <dsp:nvSpPr>
        <dsp:cNvPr id="0" name=""/>
        <dsp:cNvSpPr/>
      </dsp:nvSpPr>
      <dsp:spPr>
        <a:xfrm>
          <a:off x="81792" y="276257"/>
          <a:ext cx="626034" cy="626034"/>
        </a:xfrm>
        <a:prstGeom prst="pie">
          <a:avLst>
            <a:gd name="adj1" fmla="val 135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A5249A2-DCF6-4CCE-8C17-4634EEEC9EC4}">
      <dsp:nvSpPr>
        <dsp:cNvPr id="0" name=""/>
        <dsp:cNvSpPr/>
      </dsp:nvSpPr>
      <dsp:spPr>
        <a:xfrm rot="16200000">
          <a:off x="-896386" y="1958724"/>
          <a:ext cx="2269374" cy="469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/>
            <a:t>Modelo:</a:t>
          </a:r>
          <a:endParaRPr lang="en-US" sz="3300" kern="1200" dirty="0"/>
        </a:p>
      </dsp:txBody>
      <dsp:txXfrm>
        <a:off x="-896386" y="1958724"/>
        <a:ext cx="2269374" cy="469525"/>
      </dsp:txXfrm>
    </dsp:sp>
    <dsp:sp modelId="{9A5A3391-4F1D-4E9F-ABCF-19A4C7D08618}">
      <dsp:nvSpPr>
        <dsp:cNvPr id="0" name=""/>
        <dsp:cNvSpPr/>
      </dsp:nvSpPr>
      <dsp:spPr>
        <a:xfrm>
          <a:off x="551317" y="198003"/>
          <a:ext cx="1565085" cy="313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Maneja </a:t>
          </a:r>
          <a:r>
            <a:rPr lang="es-ES" sz="1600" kern="1200" dirty="0"/>
            <a:t>los datos y reglas de negocio.</a:t>
          </a:r>
          <a:endParaRPr lang="en-US" sz="1600" kern="1200" dirty="0"/>
        </a:p>
      </dsp:txBody>
      <dsp:txXfrm>
        <a:off x="551317" y="198003"/>
        <a:ext cx="1565085" cy="3130171"/>
      </dsp:txXfrm>
    </dsp:sp>
    <dsp:sp modelId="{73C96D80-A982-4077-B091-D1C1514BC678}">
      <dsp:nvSpPr>
        <dsp:cNvPr id="0" name=""/>
        <dsp:cNvSpPr/>
      </dsp:nvSpPr>
      <dsp:spPr>
        <a:xfrm>
          <a:off x="2476247" y="198003"/>
          <a:ext cx="782542" cy="782542"/>
        </a:xfrm>
        <a:prstGeom prst="chord">
          <a:avLst>
            <a:gd name="adj1" fmla="val 4800000"/>
            <a:gd name="adj2" fmla="val 1680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947D9-63DA-44A4-A761-E8723E3F7CC8}">
      <dsp:nvSpPr>
        <dsp:cNvPr id="0" name=""/>
        <dsp:cNvSpPr/>
      </dsp:nvSpPr>
      <dsp:spPr>
        <a:xfrm>
          <a:off x="2554501" y="276257"/>
          <a:ext cx="626034" cy="626034"/>
        </a:xfrm>
        <a:prstGeom prst="pie">
          <a:avLst>
            <a:gd name="adj1" fmla="val 108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D77FE1-2893-49D7-B4E4-C8E540BC7928}">
      <dsp:nvSpPr>
        <dsp:cNvPr id="0" name=""/>
        <dsp:cNvSpPr/>
      </dsp:nvSpPr>
      <dsp:spPr>
        <a:xfrm rot="16200000">
          <a:off x="1576322" y="1958724"/>
          <a:ext cx="2269374" cy="469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/>
            <a:t>Vista:</a:t>
          </a:r>
          <a:endParaRPr lang="en-US" sz="3300" kern="1200" dirty="0"/>
        </a:p>
      </dsp:txBody>
      <dsp:txXfrm>
        <a:off x="1576322" y="1958724"/>
        <a:ext cx="2269374" cy="469525"/>
      </dsp:txXfrm>
    </dsp:sp>
    <dsp:sp modelId="{15B34788-7931-4EB4-A919-AD96A0037C01}">
      <dsp:nvSpPr>
        <dsp:cNvPr id="0" name=""/>
        <dsp:cNvSpPr/>
      </dsp:nvSpPr>
      <dsp:spPr>
        <a:xfrm>
          <a:off x="3024027" y="198003"/>
          <a:ext cx="1565085" cy="313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Presenta la información al usuario (HTML, CSS, JS).</a:t>
          </a:r>
          <a:endParaRPr lang="en-US" sz="1600" kern="1200" dirty="0"/>
        </a:p>
      </dsp:txBody>
      <dsp:txXfrm>
        <a:off x="3024027" y="198003"/>
        <a:ext cx="1565085" cy="3130171"/>
      </dsp:txXfrm>
    </dsp:sp>
    <dsp:sp modelId="{6D4942AC-73B3-4BA0-9957-A53C2DA7AA10}">
      <dsp:nvSpPr>
        <dsp:cNvPr id="0" name=""/>
        <dsp:cNvSpPr/>
      </dsp:nvSpPr>
      <dsp:spPr>
        <a:xfrm>
          <a:off x="4948956" y="198003"/>
          <a:ext cx="782542" cy="782542"/>
        </a:xfrm>
        <a:prstGeom prst="chord">
          <a:avLst>
            <a:gd name="adj1" fmla="val 4800000"/>
            <a:gd name="adj2" fmla="val 1680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0967E-453E-4BFA-B800-A50D52ECEE4E}">
      <dsp:nvSpPr>
        <dsp:cNvPr id="0" name=""/>
        <dsp:cNvSpPr/>
      </dsp:nvSpPr>
      <dsp:spPr>
        <a:xfrm>
          <a:off x="5027210" y="276257"/>
          <a:ext cx="626034" cy="626034"/>
        </a:xfrm>
        <a:prstGeom prst="pie">
          <a:avLst>
            <a:gd name="adj1" fmla="val 81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AE459D-EAB5-4D8A-83C4-AB97DE275A62}">
      <dsp:nvSpPr>
        <dsp:cNvPr id="0" name=""/>
        <dsp:cNvSpPr/>
      </dsp:nvSpPr>
      <dsp:spPr>
        <a:xfrm rot="16200000">
          <a:off x="4049031" y="1958724"/>
          <a:ext cx="2269374" cy="469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/>
            <a:t>Controlador:</a:t>
          </a:r>
          <a:endParaRPr lang="en-US" sz="3300" kern="1200" dirty="0"/>
        </a:p>
      </dsp:txBody>
      <dsp:txXfrm>
        <a:off x="4049031" y="1958724"/>
        <a:ext cx="2269374" cy="469525"/>
      </dsp:txXfrm>
    </dsp:sp>
    <dsp:sp modelId="{10DD3A41-9B10-405E-99D4-64E61ECF358E}">
      <dsp:nvSpPr>
        <dsp:cNvPr id="0" name=""/>
        <dsp:cNvSpPr/>
      </dsp:nvSpPr>
      <dsp:spPr>
        <a:xfrm>
          <a:off x="5496736" y="198003"/>
          <a:ext cx="1565085" cy="313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 Coordina la comunicación entre la Vista y el Modelo.</a:t>
          </a:r>
          <a:endParaRPr lang="en-US" sz="1600" kern="1200" dirty="0"/>
        </a:p>
      </dsp:txBody>
      <dsp:txXfrm>
        <a:off x="5496736" y="198003"/>
        <a:ext cx="1565085" cy="3130171"/>
      </dsp:txXfrm>
    </dsp:sp>
    <dsp:sp modelId="{702574E3-FC11-43A7-BA89-083A27A49372}">
      <dsp:nvSpPr>
        <dsp:cNvPr id="0" name=""/>
        <dsp:cNvSpPr/>
      </dsp:nvSpPr>
      <dsp:spPr>
        <a:xfrm>
          <a:off x="7421665" y="198003"/>
          <a:ext cx="782542" cy="782542"/>
        </a:xfrm>
        <a:prstGeom prst="chord">
          <a:avLst>
            <a:gd name="adj1" fmla="val 4800000"/>
            <a:gd name="adj2" fmla="val 1680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BE6FC-287F-4DFA-928E-C3300C33539D}">
      <dsp:nvSpPr>
        <dsp:cNvPr id="0" name=""/>
        <dsp:cNvSpPr/>
      </dsp:nvSpPr>
      <dsp:spPr>
        <a:xfrm>
          <a:off x="7499919" y="276257"/>
          <a:ext cx="626034" cy="626034"/>
        </a:xfrm>
        <a:prstGeom prst="pie">
          <a:avLst>
            <a:gd name="adj1" fmla="val 54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B37D44-9BB8-49B0-BDF9-A9B415A0E3D3}">
      <dsp:nvSpPr>
        <dsp:cNvPr id="0" name=""/>
        <dsp:cNvSpPr/>
      </dsp:nvSpPr>
      <dsp:spPr>
        <a:xfrm rot="16200000">
          <a:off x="6521740" y="1958724"/>
          <a:ext cx="2269374" cy="469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/>
            <a:t>Beneficio:</a:t>
          </a:r>
          <a:endParaRPr lang="en-US" sz="3300" kern="1200" dirty="0"/>
        </a:p>
      </dsp:txBody>
      <dsp:txXfrm>
        <a:off x="6521740" y="1958724"/>
        <a:ext cx="2269374" cy="469525"/>
      </dsp:txXfrm>
    </dsp:sp>
    <dsp:sp modelId="{632E3484-DFD6-4468-9608-737F845E0D4A}">
      <dsp:nvSpPr>
        <dsp:cNvPr id="0" name=""/>
        <dsp:cNvSpPr/>
      </dsp:nvSpPr>
      <dsp:spPr>
        <a:xfrm>
          <a:off x="7969445" y="198003"/>
          <a:ext cx="1565085" cy="313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Separación </a:t>
          </a:r>
          <a:r>
            <a:rPr lang="es-ES" sz="1600" kern="1200" dirty="0"/>
            <a:t>de responsabilidades → facilita mantenimiento, escalabilidad y pruebas.</a:t>
          </a:r>
          <a:endParaRPr lang="en-US" sz="1600" kern="1200" dirty="0"/>
        </a:p>
      </dsp:txBody>
      <dsp:txXfrm>
        <a:off x="7969445" y="198003"/>
        <a:ext cx="1565085" cy="31301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F35A3-8FB9-4905-B3E9-A5A65A257BCA}">
      <dsp:nvSpPr>
        <dsp:cNvPr id="0" name=""/>
        <dsp:cNvSpPr/>
      </dsp:nvSpPr>
      <dsp:spPr>
        <a:xfrm rot="5400000">
          <a:off x="5010986" y="-2145336"/>
          <a:ext cx="542012" cy="497128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/>
            <a:t>estructura </a:t>
          </a:r>
          <a:r>
            <a:rPr lang="en-US" sz="2700" kern="1200" dirty="0"/>
            <a:t>de </a:t>
          </a:r>
          <a:r>
            <a:rPr lang="en-US" sz="2700" kern="1200" dirty="0" err="1"/>
            <a:t>páginas</a:t>
          </a:r>
          <a:r>
            <a:rPr lang="en-US" sz="2700" kern="1200" dirty="0"/>
            <a:t>.</a:t>
          </a:r>
        </a:p>
      </dsp:txBody>
      <dsp:txXfrm rot="-5400000">
        <a:off x="2796349" y="95760"/>
        <a:ext cx="4944828" cy="489094"/>
      </dsp:txXfrm>
    </dsp:sp>
    <dsp:sp modelId="{5D1CD418-B8C7-457B-8300-8A4ADA72DAB1}">
      <dsp:nvSpPr>
        <dsp:cNvPr id="0" name=""/>
        <dsp:cNvSpPr/>
      </dsp:nvSpPr>
      <dsp:spPr>
        <a:xfrm>
          <a:off x="0" y="1549"/>
          <a:ext cx="2796348" cy="677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HTML5</a:t>
          </a:r>
          <a:r>
            <a:rPr lang="en-US" sz="2000" kern="1200" dirty="0"/>
            <a:t> →</a:t>
          </a:r>
        </a:p>
      </dsp:txBody>
      <dsp:txXfrm>
        <a:off x="33074" y="34623"/>
        <a:ext cx="2730200" cy="611367"/>
      </dsp:txXfrm>
    </dsp:sp>
    <dsp:sp modelId="{D6CE7E7F-AFC7-415A-9C83-34EEFCD6D2A0}">
      <dsp:nvSpPr>
        <dsp:cNvPr id="0" name=""/>
        <dsp:cNvSpPr/>
      </dsp:nvSpPr>
      <dsp:spPr>
        <a:xfrm rot="5400000">
          <a:off x="5010986" y="-1433945"/>
          <a:ext cx="542012" cy="497128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/>
            <a:t>diseño </a:t>
          </a:r>
          <a:r>
            <a:rPr lang="en-US" sz="2700" kern="1200" dirty="0"/>
            <a:t>y </a:t>
          </a:r>
          <a:r>
            <a:rPr lang="en-US" sz="2700" kern="1200" dirty="0" err="1"/>
            <a:t>estilos</a:t>
          </a:r>
          <a:r>
            <a:rPr lang="en-US" sz="2700" kern="1200" dirty="0"/>
            <a:t>.</a:t>
          </a:r>
        </a:p>
      </dsp:txBody>
      <dsp:txXfrm rot="-5400000">
        <a:off x="2796349" y="807151"/>
        <a:ext cx="4944828" cy="489094"/>
      </dsp:txXfrm>
    </dsp:sp>
    <dsp:sp modelId="{7DDA6F82-A8F2-4C27-976C-E4B02BEC7AC1}">
      <dsp:nvSpPr>
        <dsp:cNvPr id="0" name=""/>
        <dsp:cNvSpPr/>
      </dsp:nvSpPr>
      <dsp:spPr>
        <a:xfrm>
          <a:off x="0" y="712940"/>
          <a:ext cx="2796348" cy="677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CSS3</a:t>
          </a:r>
          <a:r>
            <a:rPr lang="en-US" sz="2000" kern="1200" dirty="0"/>
            <a:t> →</a:t>
          </a:r>
        </a:p>
      </dsp:txBody>
      <dsp:txXfrm>
        <a:off x="33074" y="746014"/>
        <a:ext cx="2730200" cy="611367"/>
      </dsp:txXfrm>
    </dsp:sp>
    <dsp:sp modelId="{46E25F18-C8EA-4A70-9709-03521CC2C504}">
      <dsp:nvSpPr>
        <dsp:cNvPr id="0" name=""/>
        <dsp:cNvSpPr/>
      </dsp:nvSpPr>
      <dsp:spPr>
        <a:xfrm rot="5400000">
          <a:off x="5010986" y="-722554"/>
          <a:ext cx="542012" cy="497128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/>
            <a:t>interacción </a:t>
          </a:r>
          <a:r>
            <a:rPr lang="en-US" sz="2700" kern="1200" dirty="0" err="1"/>
            <a:t>dinámica</a:t>
          </a:r>
          <a:r>
            <a:rPr lang="en-US" sz="2700" kern="1200" dirty="0"/>
            <a:t>.</a:t>
          </a:r>
        </a:p>
      </dsp:txBody>
      <dsp:txXfrm rot="-5400000">
        <a:off x="2796349" y="1518542"/>
        <a:ext cx="4944828" cy="489094"/>
      </dsp:txXfrm>
    </dsp:sp>
    <dsp:sp modelId="{EBBE76A4-41C5-49F9-9EE6-CC467FE25D05}">
      <dsp:nvSpPr>
        <dsp:cNvPr id="0" name=""/>
        <dsp:cNvSpPr/>
      </dsp:nvSpPr>
      <dsp:spPr>
        <a:xfrm>
          <a:off x="0" y="1424331"/>
          <a:ext cx="2796348" cy="677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JavaScript/TypeScript</a:t>
          </a:r>
          <a:r>
            <a:rPr lang="en-US" sz="2000" kern="1200" dirty="0"/>
            <a:t> →</a:t>
          </a:r>
        </a:p>
      </dsp:txBody>
      <dsp:txXfrm>
        <a:off x="33074" y="1457405"/>
        <a:ext cx="2730200" cy="611367"/>
      </dsp:txXfrm>
    </dsp:sp>
    <dsp:sp modelId="{3CC6591A-68B8-43A2-AD42-CFEA78DD7ADD}">
      <dsp:nvSpPr>
        <dsp:cNvPr id="0" name=""/>
        <dsp:cNvSpPr/>
      </dsp:nvSpPr>
      <dsp:spPr>
        <a:xfrm rot="5400000">
          <a:off x="5010986" y="-11163"/>
          <a:ext cx="542012" cy="497128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kern="1200"/>
            <a:t>lógica </a:t>
          </a:r>
          <a:r>
            <a:rPr lang="en-US" sz="2700" kern="1200" dirty="0"/>
            <a:t>backend.</a:t>
          </a:r>
        </a:p>
      </dsp:txBody>
      <dsp:txXfrm rot="-5400000">
        <a:off x="2796349" y="2229934"/>
        <a:ext cx="4944828" cy="489094"/>
      </dsp:txXfrm>
    </dsp:sp>
    <dsp:sp modelId="{C56DC516-5771-4B68-A9CB-CD03E1C17350}">
      <dsp:nvSpPr>
        <dsp:cNvPr id="0" name=""/>
        <dsp:cNvSpPr/>
      </dsp:nvSpPr>
      <dsp:spPr>
        <a:xfrm>
          <a:off x="0" y="2135722"/>
          <a:ext cx="2796348" cy="677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C#</a:t>
          </a:r>
          <a:r>
            <a:rPr lang="en-US" sz="2000" kern="1200" dirty="0"/>
            <a:t> en ASP.NET →</a:t>
          </a:r>
        </a:p>
      </dsp:txBody>
      <dsp:txXfrm>
        <a:off x="33074" y="2168796"/>
        <a:ext cx="2730200" cy="611367"/>
      </dsp:txXfrm>
    </dsp:sp>
    <dsp:sp modelId="{70B10513-695E-4334-854B-96A20F697B7C}">
      <dsp:nvSpPr>
        <dsp:cNvPr id="0" name=""/>
        <dsp:cNvSpPr/>
      </dsp:nvSpPr>
      <dsp:spPr>
        <a:xfrm rot="5400000">
          <a:off x="5010986" y="700227"/>
          <a:ext cx="542012" cy="4971287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2700" kern="1200"/>
            <a:t>ORM </a:t>
          </a:r>
          <a:r>
            <a:rPr lang="es-ES" sz="2700" kern="1200" dirty="0"/>
            <a:t>para la base de datos.</a:t>
          </a:r>
        </a:p>
      </dsp:txBody>
      <dsp:txXfrm rot="-5400000">
        <a:off x="2796349" y="2941324"/>
        <a:ext cx="4944828" cy="489094"/>
      </dsp:txXfrm>
    </dsp:sp>
    <dsp:sp modelId="{182361DF-0DFF-448B-AEAB-4EDE0F1E331A}">
      <dsp:nvSpPr>
        <dsp:cNvPr id="0" name=""/>
        <dsp:cNvSpPr/>
      </dsp:nvSpPr>
      <dsp:spPr>
        <a:xfrm>
          <a:off x="0" y="2847113"/>
          <a:ext cx="2796348" cy="677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000" b="1" kern="1200" dirty="0" err="1"/>
            <a:t>Entity</a:t>
          </a:r>
          <a:r>
            <a:rPr lang="es-ES" sz="2000" b="1" kern="1200" dirty="0"/>
            <a:t> Framework</a:t>
          </a:r>
          <a:r>
            <a:rPr lang="es-ES" sz="2000" kern="1200" dirty="0"/>
            <a:t> →</a:t>
          </a:r>
        </a:p>
      </dsp:txBody>
      <dsp:txXfrm>
        <a:off x="33074" y="2880187"/>
        <a:ext cx="2730200" cy="611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901E4-E623-47F2-AB31-A993F3C904AA}">
      <dsp:nvSpPr>
        <dsp:cNvPr id="0" name=""/>
        <dsp:cNvSpPr/>
      </dsp:nvSpPr>
      <dsp:spPr>
        <a:xfrm>
          <a:off x="4292" y="1409613"/>
          <a:ext cx="1876740" cy="20233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kern="1200"/>
            <a:t>Código más </a:t>
          </a:r>
          <a:r>
            <a:rPr lang="es-ES" sz="1800" b="1" kern="1200"/>
            <a:t>modular y mantenible</a:t>
          </a:r>
          <a:r>
            <a:rPr lang="es-ES" sz="1800" kern="1200"/>
            <a:t>.</a:t>
          </a:r>
        </a:p>
      </dsp:txBody>
      <dsp:txXfrm>
        <a:off x="59260" y="1464581"/>
        <a:ext cx="1766804" cy="1913425"/>
      </dsp:txXfrm>
    </dsp:sp>
    <dsp:sp modelId="{F93CC385-74CD-4D4B-A85E-562E9C399D08}">
      <dsp:nvSpPr>
        <dsp:cNvPr id="0" name=""/>
        <dsp:cNvSpPr/>
      </dsp:nvSpPr>
      <dsp:spPr>
        <a:xfrm>
          <a:off x="2068707" y="2188578"/>
          <a:ext cx="397869" cy="4654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68707" y="2281664"/>
        <a:ext cx="278508" cy="279259"/>
      </dsp:txXfrm>
    </dsp:sp>
    <dsp:sp modelId="{CA9CF1AD-8F0B-4056-87AB-57D6CC25EB11}">
      <dsp:nvSpPr>
        <dsp:cNvPr id="0" name=""/>
        <dsp:cNvSpPr/>
      </dsp:nvSpPr>
      <dsp:spPr>
        <a:xfrm>
          <a:off x="2631729" y="1409613"/>
          <a:ext cx="1876740" cy="20233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kern="1200" dirty="0"/>
            <a:t>Separación de capas → facilita el trabajo en equipo (diseñadores ↔ programadores ↔ </a:t>
          </a:r>
          <a:r>
            <a:rPr lang="es-ES" sz="1800" kern="1200" dirty="0" err="1"/>
            <a:t>DBAs</a:t>
          </a:r>
          <a:r>
            <a:rPr lang="es-ES" sz="1800" kern="1200" dirty="0"/>
            <a:t>).</a:t>
          </a:r>
        </a:p>
      </dsp:txBody>
      <dsp:txXfrm>
        <a:off x="2686697" y="1464581"/>
        <a:ext cx="1766804" cy="1913425"/>
      </dsp:txXfrm>
    </dsp:sp>
    <dsp:sp modelId="{2FF89225-4ED1-45DF-B1D8-8EEE1A42BEFF}">
      <dsp:nvSpPr>
        <dsp:cNvPr id="0" name=""/>
        <dsp:cNvSpPr/>
      </dsp:nvSpPr>
      <dsp:spPr>
        <a:xfrm>
          <a:off x="4696144" y="2188578"/>
          <a:ext cx="397869" cy="4654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96144" y="2281664"/>
        <a:ext cx="278508" cy="279259"/>
      </dsp:txXfrm>
    </dsp:sp>
    <dsp:sp modelId="{7A40AAB9-815E-4D94-A85D-5F0987876CB8}">
      <dsp:nvSpPr>
        <dsp:cNvPr id="0" name=""/>
        <dsp:cNvSpPr/>
      </dsp:nvSpPr>
      <dsp:spPr>
        <a:xfrm>
          <a:off x="5259167" y="1409613"/>
          <a:ext cx="1876740" cy="20233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/>
            <a:t>Reutilización de componentes</a:t>
          </a:r>
          <a:r>
            <a:rPr lang="en-US" sz="1800" kern="1200"/>
            <a:t>.</a:t>
          </a:r>
        </a:p>
      </dsp:txBody>
      <dsp:txXfrm>
        <a:off x="5314135" y="1464581"/>
        <a:ext cx="1766804" cy="1913425"/>
      </dsp:txXfrm>
    </dsp:sp>
    <dsp:sp modelId="{366978D6-7160-4852-810F-EFDA396975C6}">
      <dsp:nvSpPr>
        <dsp:cNvPr id="0" name=""/>
        <dsp:cNvSpPr/>
      </dsp:nvSpPr>
      <dsp:spPr>
        <a:xfrm>
          <a:off x="7323582" y="2188578"/>
          <a:ext cx="397869" cy="4654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23582" y="2281664"/>
        <a:ext cx="278508" cy="279259"/>
      </dsp:txXfrm>
    </dsp:sp>
    <dsp:sp modelId="{BA4E8859-C71F-4AAB-B4F3-1D1EB4C0CA66}">
      <dsp:nvSpPr>
        <dsp:cNvPr id="0" name=""/>
        <dsp:cNvSpPr/>
      </dsp:nvSpPr>
      <dsp:spPr>
        <a:xfrm>
          <a:off x="7886604" y="1409613"/>
          <a:ext cx="1876740" cy="20233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800" kern="1200"/>
            <a:t>Soporte nativo en </a:t>
          </a:r>
          <a:r>
            <a:rPr lang="es-ES" sz="1800" b="1" kern="1200"/>
            <a:t>Visual Studio 2022</a:t>
          </a:r>
          <a:r>
            <a:rPr lang="es-ES" sz="1800" kern="1200"/>
            <a:t> y </a:t>
          </a:r>
          <a:r>
            <a:rPr lang="es-ES" sz="1800" b="1" kern="1200"/>
            <a:t>.NET Core</a:t>
          </a:r>
          <a:r>
            <a:rPr lang="es-ES" sz="1800" kern="1200"/>
            <a:t>.</a:t>
          </a:r>
        </a:p>
      </dsp:txBody>
      <dsp:txXfrm>
        <a:off x="7941572" y="1464581"/>
        <a:ext cx="1766804" cy="19134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B8561-30FF-489C-BA9D-216F591D65E2}">
      <dsp:nvSpPr>
        <dsp:cNvPr id="0" name=""/>
        <dsp:cNvSpPr/>
      </dsp:nvSpPr>
      <dsp:spPr>
        <a:xfrm>
          <a:off x="4639278" y="860241"/>
          <a:ext cx="6616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1667" y="45720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52805" y="902500"/>
        <a:ext cx="34613" cy="6922"/>
      </dsp:txXfrm>
    </dsp:sp>
    <dsp:sp modelId="{B79DFC68-30FC-43C1-BF34-D2BC81A24924}">
      <dsp:nvSpPr>
        <dsp:cNvPr id="0" name=""/>
        <dsp:cNvSpPr/>
      </dsp:nvSpPr>
      <dsp:spPr>
        <a:xfrm>
          <a:off x="1631217" y="3003"/>
          <a:ext cx="3009860" cy="18059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900" kern="1200"/>
            <a:t>La programación web moderna requiere </a:t>
          </a:r>
          <a:r>
            <a:rPr lang="es-ES" sz="1900" b="1" kern="1200"/>
            <a:t>entender tanto el entorno como la arquitectura MVC</a:t>
          </a:r>
          <a:r>
            <a:rPr lang="es-ES" sz="1900" kern="1200"/>
            <a:t>.</a:t>
          </a:r>
        </a:p>
      </dsp:txBody>
      <dsp:txXfrm>
        <a:off x="1631217" y="3003"/>
        <a:ext cx="3009860" cy="1805916"/>
      </dsp:txXfrm>
    </dsp:sp>
    <dsp:sp modelId="{5F6DE197-9093-4982-8101-384FFBD042F8}">
      <dsp:nvSpPr>
        <dsp:cNvPr id="0" name=""/>
        <dsp:cNvSpPr/>
      </dsp:nvSpPr>
      <dsp:spPr>
        <a:xfrm>
          <a:off x="3136148" y="1807120"/>
          <a:ext cx="3702128" cy="661667"/>
        </a:xfrm>
        <a:custGeom>
          <a:avLst/>
          <a:gdLst/>
          <a:ahLst/>
          <a:cxnLst/>
          <a:rect l="0" t="0" r="0" b="0"/>
          <a:pathLst>
            <a:path>
              <a:moveTo>
                <a:pt x="3702128" y="0"/>
              </a:moveTo>
              <a:lnTo>
                <a:pt x="3702128" y="347933"/>
              </a:lnTo>
              <a:lnTo>
                <a:pt x="0" y="347933"/>
              </a:lnTo>
              <a:lnTo>
                <a:pt x="0" y="661667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93055" y="2134492"/>
        <a:ext cx="188314" cy="6922"/>
      </dsp:txXfrm>
    </dsp:sp>
    <dsp:sp modelId="{3C9FEABE-951D-4770-A218-EE7AD5086860}">
      <dsp:nvSpPr>
        <dsp:cNvPr id="0" name=""/>
        <dsp:cNvSpPr/>
      </dsp:nvSpPr>
      <dsp:spPr>
        <a:xfrm>
          <a:off x="5333346" y="3003"/>
          <a:ext cx="3009860" cy="18059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900" kern="1200"/>
            <a:t>MVC permite construir aplicaciones </a:t>
          </a:r>
          <a:r>
            <a:rPr lang="es-ES" sz="1900" b="1" kern="1200"/>
            <a:t>escalables, seguras y organizadas</a:t>
          </a:r>
          <a:r>
            <a:rPr lang="es-ES" sz="1900" kern="1200"/>
            <a:t>.</a:t>
          </a:r>
        </a:p>
      </dsp:txBody>
      <dsp:txXfrm>
        <a:off x="5333346" y="3003"/>
        <a:ext cx="3009860" cy="1805916"/>
      </dsp:txXfrm>
    </dsp:sp>
    <dsp:sp modelId="{7ED3A3ED-D2DB-411E-83FE-31F8BCBAAB00}">
      <dsp:nvSpPr>
        <dsp:cNvPr id="0" name=""/>
        <dsp:cNvSpPr/>
      </dsp:nvSpPr>
      <dsp:spPr>
        <a:xfrm>
          <a:off x="1631217" y="2501187"/>
          <a:ext cx="3009860" cy="18059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900" b="1" kern="1200"/>
            <a:t>Pregunta guía para la clase:</a:t>
          </a:r>
          <a:endParaRPr lang="es-E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500" kern="1200" dirty="0"/>
            <a:t>¿Por qué creen que la separación entre Modelo, Vista y Controlador es tan importante en proyectos grandes?</a:t>
          </a:r>
        </a:p>
      </dsp:txBody>
      <dsp:txXfrm>
        <a:off x="1631217" y="2501187"/>
        <a:ext cx="3009860" cy="18059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B0801-410C-4183-95BF-B83A9908EF3C}">
      <dsp:nvSpPr>
        <dsp:cNvPr id="0" name=""/>
        <dsp:cNvSpPr/>
      </dsp:nvSpPr>
      <dsp:spPr>
        <a:xfrm>
          <a:off x="0" y="41295"/>
          <a:ext cx="8892074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Aguas Bucheli, L. F. (2025b). </a:t>
          </a:r>
          <a:r>
            <a:rPr lang="es-ES" sz="2300" b="0" i="0" kern="1200">
              <a:latin typeface="Calibri" panose="020F0502020204030204"/>
              <a:ea typeface="+mn-ea"/>
              <a:cs typeface="+mn-cs"/>
            </a:rPr>
            <a:t>Desarrollo Multiplataforma Aplicado con NET MAUI y Flutter.</a:t>
          </a:r>
          <a:r>
            <a:rPr lang="en-US" sz="2300" b="0" i="0" kern="1200">
              <a:latin typeface="Calibri" panose="020F0502020204030204"/>
              <a:ea typeface="+mn-ea"/>
              <a:cs typeface="+mn-cs"/>
            </a:rPr>
            <a:t> </a:t>
          </a:r>
          <a:r>
            <a:rPr lang="en-US" sz="2300" b="0" i="0" kern="1200"/>
            <a:t>Our Knowledge Publishing</a:t>
          </a:r>
          <a:endParaRPr lang="en-US" sz="2300" kern="1200" dirty="0"/>
        </a:p>
      </dsp:txBody>
      <dsp:txXfrm>
        <a:off x="44664" y="85959"/>
        <a:ext cx="8802746" cy="825612"/>
      </dsp:txXfrm>
    </dsp:sp>
    <dsp:sp modelId="{B24F76E2-4F23-408B-BD36-E384B070F5BC}">
      <dsp:nvSpPr>
        <dsp:cNvPr id="0" name=""/>
        <dsp:cNvSpPr/>
      </dsp:nvSpPr>
      <dsp:spPr>
        <a:xfrm>
          <a:off x="0" y="1022475"/>
          <a:ext cx="8892074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Aguas Bucheli, L. F. (2025a). </a:t>
          </a:r>
          <a:r>
            <a:rPr lang="es-ES" sz="2300" b="0" i="0" kern="1200" dirty="0"/>
            <a:t>Desarrollo Multiplataforma con MAUI.NET: Una guía con </a:t>
          </a:r>
          <a:r>
            <a:rPr lang="es-ES" sz="2300" b="0" i="0" kern="1200" dirty="0" err="1"/>
            <a:t>Aguaszoft</a:t>
          </a:r>
          <a:r>
            <a:rPr lang="es-ES" sz="2300" b="0" i="0" kern="1200" dirty="0"/>
            <a:t>.</a:t>
          </a:r>
          <a:r>
            <a:rPr lang="en-US" sz="2300" b="0" i="0" kern="1200" dirty="0"/>
            <a:t> Our Knowledge Publishing.</a:t>
          </a:r>
          <a:endParaRPr lang="en-US" sz="2300" kern="1200" dirty="0"/>
        </a:p>
      </dsp:txBody>
      <dsp:txXfrm>
        <a:off x="44664" y="1067139"/>
        <a:ext cx="8802746" cy="825612"/>
      </dsp:txXfrm>
    </dsp:sp>
    <dsp:sp modelId="{544FCEAC-C929-45A7-9A93-BB2E50ACA8B6}">
      <dsp:nvSpPr>
        <dsp:cNvPr id="0" name=""/>
        <dsp:cNvSpPr/>
      </dsp:nvSpPr>
      <dsp:spPr>
        <a:xfrm>
          <a:off x="0" y="2003655"/>
          <a:ext cx="8892074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Aguas Bucheli, L. F. (2024b). </a:t>
          </a:r>
          <a:r>
            <a:rPr lang="es-ES" sz="2300" b="0" i="0" kern="1200" dirty="0"/>
            <a:t>Estructuras de Datos para Todos: Ejercicios y Teoría con Java</a:t>
          </a:r>
          <a:r>
            <a:rPr lang="es-ES" sz="2300" b="1" i="0" kern="1200" dirty="0"/>
            <a:t>.</a:t>
          </a:r>
          <a:r>
            <a:rPr lang="en-US" sz="2300" b="0" i="0" kern="1200" dirty="0"/>
            <a:t> Our Knowledge Publishing.</a:t>
          </a:r>
          <a:endParaRPr lang="en-US" sz="2300" kern="1200" dirty="0"/>
        </a:p>
      </dsp:txBody>
      <dsp:txXfrm>
        <a:off x="44664" y="2048319"/>
        <a:ext cx="8802746" cy="825612"/>
      </dsp:txXfrm>
    </dsp:sp>
    <dsp:sp modelId="{33B62240-ED1D-4EFF-B35D-066379E22433}">
      <dsp:nvSpPr>
        <dsp:cNvPr id="0" name=""/>
        <dsp:cNvSpPr/>
      </dsp:nvSpPr>
      <dsp:spPr>
        <a:xfrm>
          <a:off x="0" y="2984835"/>
          <a:ext cx="8892074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 err="1"/>
            <a:t>Aguas</a:t>
          </a:r>
          <a:r>
            <a:rPr lang="en-US" sz="2300" b="0" i="0" kern="1200" dirty="0"/>
            <a:t> </a:t>
          </a:r>
          <a:r>
            <a:rPr lang="en-US" sz="2300" b="0" i="0" kern="1200" dirty="0" err="1"/>
            <a:t>Bucheli</a:t>
          </a:r>
          <a:r>
            <a:rPr lang="en-US" sz="2300" b="0" i="0" kern="1200" dirty="0"/>
            <a:t>, L. F. (2023a). </a:t>
          </a:r>
          <a:r>
            <a:rPr lang="en-US" sz="2300" b="0" i="0" kern="1200" dirty="0" err="1"/>
            <a:t>Dominando</a:t>
          </a:r>
          <a:r>
            <a:rPr lang="en-US" sz="2300" b="0" i="0" kern="1200" dirty="0"/>
            <a:t> la </a:t>
          </a:r>
          <a:r>
            <a:rPr lang="en-US" sz="2300" b="0" i="0" kern="1200" dirty="0" err="1"/>
            <a:t>Programación</a:t>
          </a:r>
          <a:r>
            <a:rPr lang="en-US" sz="2300" b="0" i="0" kern="1200" dirty="0"/>
            <a:t> </a:t>
          </a:r>
          <a:r>
            <a:rPr lang="en-US" sz="2300" b="0" i="0" kern="1200" dirty="0" err="1"/>
            <a:t>Orientada</a:t>
          </a:r>
          <a:r>
            <a:rPr lang="en-US" sz="2300" b="0" i="0" kern="1200" dirty="0"/>
            <a:t> a </a:t>
          </a:r>
          <a:r>
            <a:rPr lang="en-US" sz="2300" b="0" i="0" kern="1200" dirty="0" err="1"/>
            <a:t>Objetos</a:t>
          </a:r>
          <a:r>
            <a:rPr lang="en-US" sz="2300" b="0" i="0" kern="1200" dirty="0"/>
            <a:t> con Java </a:t>
          </a:r>
          <a:r>
            <a:rPr lang="en-US" sz="2300" b="0" i="0" kern="1200" dirty="0" err="1"/>
            <a:t>en</a:t>
          </a:r>
          <a:r>
            <a:rPr lang="en-US" sz="2300" b="0" i="0" kern="1200" dirty="0"/>
            <a:t> NetBeans. Our Knowledge Publishing.</a:t>
          </a:r>
          <a:endParaRPr lang="en-US" sz="2300" kern="1200" dirty="0"/>
        </a:p>
      </dsp:txBody>
      <dsp:txXfrm>
        <a:off x="44664" y="3029499"/>
        <a:ext cx="8802746" cy="825612"/>
      </dsp:txXfrm>
    </dsp:sp>
    <dsp:sp modelId="{AC679E47-30D2-4181-9505-AFD2EFA8E0C9}">
      <dsp:nvSpPr>
        <dsp:cNvPr id="0" name=""/>
        <dsp:cNvSpPr/>
      </dsp:nvSpPr>
      <dsp:spPr>
        <a:xfrm>
          <a:off x="0" y="3966015"/>
          <a:ext cx="8892074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Aguas Bucheli, L. F. (2023b). Manos a la Obra: Prácticas de Laboratorio en Estructuras de Datos. Our Knowledge Publishing.</a:t>
          </a:r>
          <a:endParaRPr lang="en-US" sz="2300" kern="1200"/>
        </a:p>
      </dsp:txBody>
      <dsp:txXfrm>
        <a:off x="44664" y="4010679"/>
        <a:ext cx="8802746" cy="825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40C1C-BA89-4771-9B92-BCE5B4643FE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8B1BA-0B9F-4795-998C-C46626E1B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5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2766a7f07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2766a7f07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7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2062784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8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2325881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9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871751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10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818950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11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063598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12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735546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13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67096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14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069779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15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960873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16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839740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17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95961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18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955131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19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695765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20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628575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21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065394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22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4269427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23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7370113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24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1696952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25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61500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26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2229271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27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3009765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6BCE52-AD37-46BD-A47D-38701E04C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79E0D-1A21-4068-94EC-6C79DCA31C70}" type="slidenum">
              <a:rPr lang="es-ES_tradnl" altLang="es-EC"/>
              <a:pPr/>
              <a:t>28</a:t>
            </a:fld>
            <a:endParaRPr lang="es-ES_tradnl" altLang="es-EC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7CBAC107-0533-4DCF-AF9F-E37D67535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84FF9428-5281-485B-A0CF-3C57F3530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C"/>
          </a:p>
        </p:txBody>
      </p:sp>
    </p:spTree>
    <p:extLst>
      <p:ext uri="{BB962C8B-B14F-4D97-AF65-F5344CB8AC3E}">
        <p14:creationId xmlns:p14="http://schemas.microsoft.com/office/powerpoint/2010/main" val="1987651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9CF83-5F90-C0BB-6B97-13E2CEF2C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487" y="115205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5319C4-AA7B-BA42-AE64-E8658223B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87" y="363172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033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F3CB6-7AB4-C273-90E2-FFF3F7BF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BD9274-1278-A89D-4331-F38FB7A9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1372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1FAEB-8373-9D26-08AE-001507CA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85" y="16444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9FE4C-0EF7-C5E9-0C48-6AA045EF3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585" y="452414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9638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8EDBB-8859-5A46-6697-502A168D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811" y="33038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BE330B-481E-E9C5-10E4-83C95C241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3811" y="1813750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5CD27C-CA96-FB91-6540-C0BAFF232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7811" y="1813750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378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1E5BE-9181-3950-5A2A-C124C95B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61" y="40668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7446B2-5EBA-5D7D-145F-55A8082D2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061" y="172272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A2B44D-CF5F-16E0-6538-057B9586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3835" y="2546639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A7A09B-5879-39C9-F931-17FDCA62E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96247" y="172272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92A673-253A-C053-75EB-59C4E7FAE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96247" y="2546639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800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67DF6-1804-E405-66D8-677F3762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293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31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51087-FF5F-7BAC-63F7-6F4B5E8D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96" y="46196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5107F-8F34-3074-775A-D600718A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96" y="99218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1B11CE-4A73-2A08-06C5-93C643F18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0396" y="20621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163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48E49-78EB-FD44-6E32-FA1EECBF7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3" y="5522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494E32-A45E-7643-CE63-514D2C352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36923" y="1082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5CBEF2-1D6A-8464-2591-B3992339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3523" y="21524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2168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07A11-E3EE-D1F0-E914-A3BFBEF4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1731C0-A0F0-8837-5D0F-5936332E6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503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5D0E43-B834-7A68-06CA-67B52416C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14261" y="335437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3CEBF4-2997-45E2-46F9-BB671E8CA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561" y="335437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624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A8191F-3844-C681-56AE-63881C8D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83" y="3660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3ABE7A-F8A5-26F6-51E2-8B15125C3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683" y="18265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B7BE1E-5B0B-113A-1810-F434F97B1D2C}"/>
              </a:ext>
            </a:extLst>
          </p:cNvPr>
          <p:cNvSpPr/>
          <p:nvPr/>
        </p:nvSpPr>
        <p:spPr>
          <a:xfrm rot="5400000">
            <a:off x="8208967" y="2880956"/>
            <a:ext cx="6850570" cy="11035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C9664EF0-C33D-4C52-BD23-2120BE13DB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482" y="6101143"/>
            <a:ext cx="1103518" cy="621220"/>
          </a:xfrm>
          <a:prstGeom prst="rect">
            <a:avLst/>
          </a:prstGeom>
        </p:spPr>
      </p:pic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3C2E9F8D-AD90-9F53-A996-4D62E719427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69"/>
          <a:stretch/>
        </p:blipFill>
        <p:spPr>
          <a:xfrm>
            <a:off x="8754723" y="6243826"/>
            <a:ext cx="2363447" cy="478537"/>
          </a:xfrm>
          <a:prstGeom prst="rect">
            <a:avLst/>
          </a:prstGeom>
        </p:spPr>
      </p:pic>
      <p:pic>
        <p:nvPicPr>
          <p:cNvPr id="10" name="Imagen 9" descr="Imagen que contiene Forma&#10;&#10;Descripción generada automáticamente">
            <a:extLst>
              <a:ext uri="{FF2B5EF4-FFF2-40B4-BE49-F238E27FC236}">
                <a16:creationId xmlns:a16="http://schemas.microsoft.com/office/drawing/2014/main" id="{8E29D277-606B-DBEA-1A07-CE4DA98AAE4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49" t="35419" r="46009" b="28836"/>
          <a:stretch/>
        </p:blipFill>
        <p:spPr>
          <a:xfrm>
            <a:off x="10940616" y="0"/>
            <a:ext cx="1245395" cy="9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4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9F0A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is.aguas.bucheli@udla.edu.ec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orcid.org/0000-0002-6039-359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0993978-8D24-428B-8BE8-C7B5A3A25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188" y="1024834"/>
            <a:ext cx="9451267" cy="1732794"/>
          </a:xfrm>
        </p:spPr>
        <p:txBody>
          <a:bodyPr>
            <a:noAutofit/>
          </a:bodyPr>
          <a:lstStyle/>
          <a:p>
            <a:r>
              <a:rPr lang="es-ES" sz="5400" dirty="0">
                <a:latin typeface="Corbel" panose="020B0503020204020204" pitchFamily="34" charset="0"/>
              </a:rPr>
              <a:t>Programación 4</a:t>
            </a:r>
            <a:br>
              <a:rPr lang="es-ES" sz="5400" dirty="0">
                <a:latin typeface="Corbel" panose="020B0503020204020204" pitchFamily="34" charset="0"/>
              </a:rPr>
            </a:br>
            <a:br>
              <a:rPr lang="es-ES" sz="4400" dirty="0">
                <a:latin typeface="Corbel" panose="020B0503020204020204" pitchFamily="34" charset="0"/>
              </a:rPr>
            </a:br>
            <a:r>
              <a:rPr lang="es-ES" sz="2800" dirty="0">
                <a:latin typeface="Corbel" panose="020B0503020204020204" pitchFamily="34" charset="0"/>
              </a:rPr>
              <a:t>Unidad 1: </a:t>
            </a:r>
            <a:r>
              <a:rPr lang="es-ES" sz="2800" b="0" dirty="0">
                <a:latin typeface="Corbel" panose="020B0503020204020204" pitchFamily="34" charset="0"/>
              </a:rPr>
              <a:t>Fundamentos de programación de aplicaciones web MVC</a:t>
            </a:r>
            <a:endParaRPr lang="es-EC" sz="4400" b="0" dirty="0">
              <a:latin typeface="Corbel" panose="020B0503020204020204" pitchFamily="34" charset="0"/>
            </a:endParaRPr>
          </a:p>
        </p:txBody>
      </p:sp>
      <p:pic>
        <p:nvPicPr>
          <p:cNvPr id="3" name="Imagen 2" descr="Código QR&#10;&#10;Descripción generada automáticamente">
            <a:extLst>
              <a:ext uri="{FF2B5EF4-FFF2-40B4-BE49-F238E27FC236}">
                <a16:creationId xmlns:a16="http://schemas.microsoft.com/office/drawing/2014/main" id="{CE85E3FD-E220-4BB9-A152-F9E37E700B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763" y="4772903"/>
            <a:ext cx="1296237" cy="1296237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C1F7FB3-B718-4C0B-85EB-DD2390184422}"/>
              </a:ext>
            </a:extLst>
          </p:cNvPr>
          <p:cNvSpPr txBox="1">
            <a:spLocks/>
          </p:cNvSpPr>
          <p:nvPr/>
        </p:nvSpPr>
        <p:spPr>
          <a:xfrm>
            <a:off x="328784" y="4100373"/>
            <a:ext cx="4746414" cy="1732793"/>
          </a:xfrm>
          <a:prstGeom prst="rect">
            <a:avLst/>
          </a:prstGeom>
          <a:noFill/>
        </p:spPr>
        <p:txBody>
          <a:bodyPr vert="horz" wrap="square" lIns="146304" tIns="109728" rIns="146304" bIns="109728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/>
            </a:pPr>
            <a:r>
              <a:rPr lang="es-EC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PhD(c)</a:t>
            </a:r>
            <a:r>
              <a:rPr kumimoji="0" lang="es-EC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 Luis Fernando Aguas Bucheli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/>
            </a:pPr>
            <a:endParaRPr kumimoji="0" lang="es-EC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1090041" rtl="0" eaLnBrk="1" fontAlgn="auto" latinLnBrk="0" hangingPunct="1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rgbClr val="4F81BD">
                  <a:lumMod val="60000"/>
                  <a:lumOff val="40000"/>
                </a:srgbClr>
              </a:buClr>
              <a:buSzPct val="110000"/>
              <a:buFont typeface="Wingdings 2" pitchFamily="18" charset="2"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  <a:sym typeface="Arial"/>
              </a:rPr>
              <a:t>+593 984015184</a:t>
            </a:r>
          </a:p>
          <a:p>
            <a:pPr marL="0" marR="0" lvl="0" indent="0" defTabSz="1090041" rtl="0" eaLnBrk="1" fontAlgn="auto" latinLnBrk="0" hangingPunct="1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rgbClr val="4F81BD">
                  <a:lumMod val="60000"/>
                  <a:lumOff val="40000"/>
                </a:srgbClr>
              </a:buClr>
              <a:buSzPct val="110000"/>
              <a:buFont typeface="Wingdings 2" pitchFamily="18" charset="2"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</a:rPr>
              <a:t>@Aguaszoft</a:t>
            </a:r>
            <a:endParaRPr kumimoji="0" lang="es-EC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rbel" panose="020B0503020204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defTabSz="1090041" rtl="0" eaLnBrk="1" fontAlgn="auto" latinLnBrk="0" hangingPunct="1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rgbClr val="4F81BD">
                  <a:lumMod val="60000"/>
                  <a:lumOff val="40000"/>
                </a:srgbClr>
              </a:buClr>
              <a:buSzPct val="110000"/>
              <a:buFont typeface="Wingdings 2" pitchFamily="18" charset="2"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  <a:sym typeface="Arial"/>
                <a:hlinkClick r:id="rId3"/>
              </a:rPr>
              <a:t>luis.aguas.bucheli@udla.edu.ec</a:t>
            </a: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  <a:sym typeface="Arial"/>
              </a:rPr>
              <a:t> </a:t>
            </a:r>
          </a:p>
          <a:p>
            <a:pPr marL="0" marR="0" lvl="0" indent="0" defTabSz="1090041" rtl="0" eaLnBrk="1" fontAlgn="auto" latinLnBrk="0" hangingPunct="1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rgbClr val="4F81BD">
                  <a:lumMod val="60000"/>
                  <a:lumOff val="40000"/>
                </a:srgbClr>
              </a:buClr>
              <a:buSzPct val="110000"/>
              <a:buFont typeface="Wingdings 2" pitchFamily="18" charset="2"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  <a:sym typeface="Arial"/>
                <a:hlinkClick r:id="rId4"/>
              </a:rPr>
              <a:t>https://orcid.org/0000-0002-6039-3593</a:t>
            </a: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 pitchFamily="34" charset="0"/>
                <a:cs typeface="Arial" panose="020B0604020202020204" pitchFamily="34" charset="0"/>
                <a:sym typeface="Arial"/>
              </a:rPr>
              <a:t> </a:t>
            </a:r>
          </a:p>
        </p:txBody>
      </p:sp>
      <p:pic>
        <p:nvPicPr>
          <p:cNvPr id="2050" name="Picture 2" descr="Qué es ASP.NET MVC?">
            <a:extLst>
              <a:ext uri="{FF2B5EF4-FFF2-40B4-BE49-F238E27FC236}">
                <a16:creationId xmlns:a16="http://schemas.microsoft.com/office/drawing/2014/main" id="{A88B9617-DF96-4A7E-B0A0-79B2D798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556" y="3428999"/>
            <a:ext cx="3787899" cy="236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745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1640882" y="1657131"/>
            <a:ext cx="7498233" cy="713991"/>
          </a:xfrm>
          <a:prstGeom prst="rect">
            <a:avLst/>
          </a:prstGeom>
        </p:spPr>
        <p:txBody>
          <a:bodyPr spcFirstLastPara="1" vert="horz" wrap="square" lIns="96870" tIns="96870" rIns="96870" bIns="96870" rtlCol="0" anchor="t" anchorCtr="0">
            <a:noAutofit/>
          </a:bodyPr>
          <a:lstStyle/>
          <a:p>
            <a:pPr algn="ctr" rtl="0"/>
            <a:r>
              <a:rPr lang="es-ES" sz="3262" dirty="0">
                <a:solidFill>
                  <a:schemeClr val="tx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Aprender MVC no es solo programar aplicaciones web, es construir la base para crear soluciones escalables, organizadas y capaces de transformar ideas en realidades digitales</a:t>
            </a:r>
            <a:endParaRPr lang="es-EC" sz="3262" dirty="0">
              <a:solidFill>
                <a:schemeClr val="tx1"/>
              </a:solidFill>
              <a:latin typeface="Corbel" panose="020B05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5BEC58E-94E1-4DB1-ACF4-A7724E68DC27}"/>
              </a:ext>
            </a:extLst>
          </p:cNvPr>
          <p:cNvSpPr txBox="1">
            <a:spLocks/>
          </p:cNvSpPr>
          <p:nvPr/>
        </p:nvSpPr>
        <p:spPr>
          <a:xfrm>
            <a:off x="2129851" y="698879"/>
            <a:ext cx="6895616" cy="621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9F0A2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>
                <a:latin typeface="Corbel" panose="020B0503020204020204" pitchFamily="34" charset="0"/>
              </a:rPr>
              <a:t>Frase</a:t>
            </a:r>
            <a:r>
              <a:rPr lang="en-US" dirty="0">
                <a:latin typeface="Corbel" panose="020B0503020204020204" pitchFamily="34" charset="0"/>
              </a:rPr>
              <a:t> </a:t>
            </a:r>
            <a:r>
              <a:rPr lang="en-US" dirty="0" err="1">
                <a:latin typeface="Corbel" panose="020B0503020204020204" pitchFamily="34" charset="0"/>
              </a:rPr>
              <a:t>motivacional</a:t>
            </a:r>
            <a:endParaRPr lang="en-US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851" y="698879"/>
            <a:ext cx="6895616" cy="621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 err="1">
                <a:latin typeface="Corbel" panose="020B0503020204020204" pitchFamily="34" charset="0"/>
              </a:rPr>
              <a:t>Tema</a:t>
            </a:r>
            <a:r>
              <a:rPr lang="en-US" dirty="0">
                <a:latin typeface="Corbel" panose="020B0503020204020204" pitchFamily="34" charset="0"/>
              </a:rPr>
              <a:t> (s) a </a:t>
            </a:r>
            <a:r>
              <a:rPr lang="en-US" dirty="0" err="1">
                <a:latin typeface="Corbel" panose="020B0503020204020204" pitchFamily="34" charset="0"/>
              </a:rPr>
              <a:t>tratar</a:t>
            </a:r>
            <a:r>
              <a:rPr lang="en-US" dirty="0">
                <a:latin typeface="Corbel" panose="020B0503020204020204" pitchFamily="34" charset="0"/>
              </a:rPr>
              <a:t>:</a:t>
            </a:r>
            <a:endParaRPr dirty="0">
              <a:latin typeface="Corbel" panose="020B0503020204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7030" y="2009310"/>
            <a:ext cx="3813731" cy="2979098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542517" indent="-531011">
              <a:spcBef>
                <a:spcPts val="91"/>
              </a:spcBef>
              <a:buFont typeface="Arial" panose="020B0604020202020204" pitchFamily="34" charset="0"/>
              <a:buChar char="•"/>
              <a:tabLst>
                <a:tab pos="542517" algn="l"/>
              </a:tabLst>
            </a:pPr>
            <a:r>
              <a:rPr lang="es-ES" sz="3200" spc="127" dirty="0">
                <a:cs typeface="Trebuchet MS"/>
              </a:rPr>
              <a:t>Entorno de Programación para aplicaciones web MVC</a:t>
            </a:r>
          </a:p>
          <a:p>
            <a:pPr marL="542517" indent="-531011" algn="just">
              <a:spcBef>
                <a:spcPts val="91"/>
              </a:spcBef>
              <a:buFont typeface="Arial" panose="020B0604020202020204" pitchFamily="34" charset="0"/>
              <a:buChar char="•"/>
              <a:tabLst>
                <a:tab pos="542517" algn="l"/>
              </a:tabLst>
            </a:pPr>
            <a:r>
              <a:rPr lang="es-ES" sz="3200" dirty="0">
                <a:cs typeface="Trebuchet MS"/>
              </a:rPr>
              <a:t>Introducción a la Programación web</a:t>
            </a:r>
          </a:p>
        </p:txBody>
      </p:sp>
      <p:pic>
        <p:nvPicPr>
          <p:cNvPr id="4098" name="Picture 2" descr="02. ASP.NET Core MVC - Erdinç Uzun">
            <a:extLst>
              <a:ext uri="{FF2B5EF4-FFF2-40B4-BE49-F238E27FC236}">
                <a16:creationId xmlns:a16="http://schemas.microsoft.com/office/drawing/2014/main" id="{77A4CE3A-6F7B-47E5-929A-AE81F8D2B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98771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851" y="698879"/>
            <a:ext cx="6895616" cy="621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dirty="0">
                <a:latin typeface="Corbel" panose="020B0503020204020204" pitchFamily="34" charset="0"/>
              </a:rPr>
              <a:t>Objetivos de la clase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1716" y="1799303"/>
            <a:ext cx="8750710" cy="4053239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542517" indent="-531011" algn="just">
              <a:spcBef>
                <a:spcPts val="91"/>
              </a:spcBef>
              <a:buFont typeface="Arial" panose="020B0604020202020204" pitchFamily="34" charset="0"/>
              <a:buChar char="•"/>
              <a:tabLst>
                <a:tab pos="542517" algn="l"/>
              </a:tabLst>
            </a:pPr>
            <a:r>
              <a:rPr lang="es-ES" sz="3262" spc="127" dirty="0">
                <a:cs typeface="Trebuchet MS"/>
              </a:rPr>
              <a:t>Comprender los fundamentos de la programación de aplicaciones web con el patrón MVC (Modelo–Vista–Controlador).</a:t>
            </a:r>
          </a:p>
          <a:p>
            <a:pPr marL="542517" indent="-531011" algn="just">
              <a:spcBef>
                <a:spcPts val="91"/>
              </a:spcBef>
              <a:buFont typeface="Arial" panose="020B0604020202020204" pitchFamily="34" charset="0"/>
              <a:buChar char="•"/>
              <a:tabLst>
                <a:tab pos="542517" algn="l"/>
              </a:tabLst>
            </a:pPr>
            <a:r>
              <a:rPr lang="es-ES" sz="3262" spc="127" dirty="0">
                <a:cs typeface="Trebuchet MS"/>
              </a:rPr>
              <a:t>Identificar los elementos principales del entorno de desarrollo para aplicaciones web.</a:t>
            </a:r>
          </a:p>
          <a:p>
            <a:pPr marL="542517" indent="-531011" algn="just">
              <a:spcBef>
                <a:spcPts val="91"/>
              </a:spcBef>
              <a:buFont typeface="Arial" panose="020B0604020202020204" pitchFamily="34" charset="0"/>
              <a:buChar char="•"/>
              <a:tabLst>
                <a:tab pos="542517" algn="l"/>
              </a:tabLst>
            </a:pPr>
            <a:r>
              <a:rPr lang="es-ES" sz="3262" spc="127" dirty="0">
                <a:cs typeface="Trebuchet MS"/>
              </a:rPr>
              <a:t>Introducir los conceptos básicos de la programación web moderna..</a:t>
            </a:r>
            <a:endParaRPr lang="es-ES" sz="3262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0965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/>
          <p:cNvSpPr>
            <a:spLocks noGrp="1"/>
          </p:cNvSpPr>
          <p:nvPr>
            <p:ph type="ctrTitle"/>
          </p:nvPr>
        </p:nvSpPr>
        <p:spPr>
          <a:xfrm>
            <a:off x="1866080" y="543229"/>
            <a:ext cx="7264596" cy="90600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4400" dirty="0">
                <a:latin typeface="Corbel" panose="020B0503020204020204" pitchFamily="34" charset="0"/>
              </a:rPr>
              <a:t>Metodología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CAC63CB-D700-44FD-9B06-2B017A0549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204634"/>
              </p:ext>
            </p:extLst>
          </p:nvPr>
        </p:nvGraphicFramePr>
        <p:xfrm>
          <a:off x="988773" y="1943802"/>
          <a:ext cx="8892345" cy="3917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6391CFB2-D57B-42FF-AA38-DA2A547B7222}"/>
              </a:ext>
            </a:extLst>
          </p:cNvPr>
          <p:cNvSpPr/>
          <p:nvPr/>
        </p:nvSpPr>
        <p:spPr>
          <a:xfrm>
            <a:off x="1866080" y="5518471"/>
            <a:ext cx="1964314" cy="343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6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www.uisek.edu.ec</a:t>
            </a:r>
            <a:endParaRPr lang="es-EC" sz="163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57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/>
          <p:cNvSpPr>
            <a:spLocks noGrp="1"/>
          </p:cNvSpPr>
          <p:nvPr>
            <p:ph type="ctrTitle"/>
          </p:nvPr>
        </p:nvSpPr>
        <p:spPr>
          <a:xfrm>
            <a:off x="1866080" y="543229"/>
            <a:ext cx="7264596" cy="90600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4400" dirty="0">
                <a:latin typeface="Corbel" panose="020B0503020204020204" pitchFamily="34" charset="0"/>
              </a:rPr>
              <a:t>Resultados de Aprendizaje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91CFB2-D57B-42FF-AA38-DA2A547B7222}"/>
              </a:ext>
            </a:extLst>
          </p:cNvPr>
          <p:cNvSpPr/>
          <p:nvPr/>
        </p:nvSpPr>
        <p:spPr>
          <a:xfrm>
            <a:off x="1866080" y="5518471"/>
            <a:ext cx="1964314" cy="343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6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www.uisek.edu.ec</a:t>
            </a:r>
            <a:endParaRPr lang="es-EC" sz="163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881F58B-B331-4D9D-89B4-894AF6C96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827363"/>
              </p:ext>
            </p:extLst>
          </p:nvPr>
        </p:nvGraphicFramePr>
        <p:xfrm>
          <a:off x="793103" y="2072327"/>
          <a:ext cx="9517224" cy="1660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59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7013" y="495955"/>
            <a:ext cx="6418732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sz="3600" dirty="0">
                <a:latin typeface="+mn-lt"/>
              </a:rPr>
              <a:t>¿Qué es la Programación Web?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132CAF3-3C42-4BCC-87F0-BE82DCEE3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492500"/>
              </p:ext>
            </p:extLst>
          </p:nvPr>
        </p:nvGraphicFramePr>
        <p:xfrm>
          <a:off x="625151" y="1361635"/>
          <a:ext cx="9862457" cy="4730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3432087"/>
      </p:ext>
    </p:extLst>
  </p:cSld>
  <p:clrMapOvr>
    <a:masterClrMapping/>
  </p:clrMapOvr>
  <p:transition spd="med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510" y="523947"/>
            <a:ext cx="834882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sz="3200" dirty="0">
                <a:latin typeface="+mn-lt"/>
              </a:rPr>
              <a:t>Modelo MVC en Aplicaciones Web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132CAF3-3C42-4BCC-87F0-BE82DCEE3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956841"/>
              </p:ext>
            </p:extLst>
          </p:nvPr>
        </p:nvGraphicFramePr>
        <p:xfrm>
          <a:off x="744067" y="1425201"/>
          <a:ext cx="9538069" cy="3526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5475774"/>
      </p:ext>
    </p:extLst>
  </p:cSld>
  <p:clrMapOvr>
    <a:masterClrMapping/>
  </p:clrMapOvr>
  <p:transition spd="med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510" y="523947"/>
            <a:ext cx="834882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sz="3200" dirty="0">
                <a:latin typeface="+mn-lt"/>
              </a:rPr>
              <a:t>Modelo MVC en Aplicaciones Web</a:t>
            </a:r>
          </a:p>
        </p:txBody>
      </p:sp>
      <p:pic>
        <p:nvPicPr>
          <p:cNvPr id="3074" name="Picture 2" descr="ASP.Net MVC">
            <a:extLst>
              <a:ext uri="{FF2B5EF4-FFF2-40B4-BE49-F238E27FC236}">
                <a16:creationId xmlns:a16="http://schemas.microsoft.com/office/drawing/2014/main" id="{D2510963-6CD3-415B-9C67-33BD6997A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3192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256423"/>
      </p:ext>
    </p:extLst>
  </p:cSld>
  <p:clrMapOvr>
    <a:masterClrMapping/>
  </p:clrMapOvr>
  <p:transition spd="med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510" y="809082"/>
            <a:ext cx="834882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sz="3200" dirty="0">
                <a:latin typeface="+mn-lt"/>
              </a:rPr>
              <a:t>Tecnologías Fundamentales en Programación Web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132CAF3-3C42-4BCC-87F0-BE82DCEE3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042901"/>
              </p:ext>
            </p:extLst>
          </p:nvPr>
        </p:nvGraphicFramePr>
        <p:xfrm>
          <a:off x="1739694" y="1665911"/>
          <a:ext cx="7767636" cy="3526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4594235"/>
      </p:ext>
    </p:extLst>
  </p:cSld>
  <p:clrMapOvr>
    <a:masterClrMapping/>
  </p:clrMapOvr>
  <p:transition spd="med"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510" y="523947"/>
            <a:ext cx="834882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sz="3200" dirty="0">
                <a:latin typeface="Corbel" panose="020B0503020204020204" pitchFamily="34" charset="0"/>
              </a:rPr>
              <a:t>Ventajas de usar MVC en Programación Web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132CAF3-3C42-4BCC-87F0-BE82DCEE3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510525"/>
              </p:ext>
            </p:extLst>
          </p:nvPr>
        </p:nvGraphicFramePr>
        <p:xfrm>
          <a:off x="701309" y="1296955"/>
          <a:ext cx="9767638" cy="4842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328733"/>
      </p:ext>
    </p:extLst>
  </p:cSld>
  <p:clrMapOvr>
    <a:masterClrMapping/>
  </p:clrMapOvr>
  <p:transition spd="med"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3765" y="454336"/>
            <a:ext cx="9815240" cy="59221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Creación de Proyecto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84A0CA-4DB4-4021-A962-DB90FFF6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65" y="1408288"/>
            <a:ext cx="9320981" cy="49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50224"/>
      </p:ext>
    </p:extLst>
  </p:cSld>
  <p:clrMapOvr>
    <a:masterClrMapping/>
  </p:clrMapOvr>
  <p:transition spd="med"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1D7517-B027-4AD1-9777-4914B7C4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ASP.NET (.NET Framework)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3CB7BB7-AE08-4103-A52B-7420A5331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33" y="1497136"/>
            <a:ext cx="7140559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67972"/>
      </p:ext>
    </p:extLst>
  </p:cSld>
  <p:clrMapOvr>
    <a:masterClrMapping/>
  </p:clrMapOvr>
  <p:transition spd="med"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MVC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F6DC64-D8A2-4D21-B962-E2A166FD1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1" y="1408288"/>
            <a:ext cx="7358628" cy="51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32899"/>
      </p:ext>
    </p:extLst>
  </p:cSld>
  <p:clrMapOvr>
    <a:masterClrMapping/>
  </p:clrMapOvr>
  <p:transition spd="med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Modelo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862C26-3624-418C-B7AE-93B7F2E995D9}"/>
              </a:ext>
            </a:extLst>
          </p:cNvPr>
          <p:cNvSpPr txBox="1"/>
          <p:nvPr/>
        </p:nvSpPr>
        <p:spPr>
          <a:xfrm>
            <a:off x="845574" y="157903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System.Collections.Generic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System.Linq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System.Web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S1_P4.Models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Nombre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Precio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1739"/>
      </p:ext>
    </p:extLst>
  </p:cSld>
  <p:clrMapOvr>
    <a:masterClrMapping/>
  </p:clrMapOvr>
  <p:transition spd="med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Modelo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F1BBA5-8069-472D-9EF3-7A702AC3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3" y="1602877"/>
            <a:ext cx="10928247" cy="36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97624"/>
      </p:ext>
    </p:extLst>
  </p:cSld>
  <p:clrMapOvr>
    <a:masterClrMapping/>
  </p:clrMapOvr>
  <p:transition spd="med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Controlador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5B99A9-91EF-45A2-8B55-9B4DB019E939}"/>
              </a:ext>
            </a:extLst>
          </p:cNvPr>
          <p:cNvSpPr txBox="1"/>
          <p:nvPr/>
        </p:nvSpPr>
        <p:spPr>
          <a:xfrm>
            <a:off x="280940" y="1408288"/>
            <a:ext cx="100977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S1_P4.Models;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System.Collections.Generic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System.Linq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System.Web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System.Web.Mvc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S1_P4.Controllers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ProductosController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Acción que retorna la lista de productos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Datos simulados (sin base de datos)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s-E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s-E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= 1, Nombre = </a:t>
            </a:r>
            <a:r>
              <a:rPr lang="es-E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"Laptop"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Precio = 850.00m },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= 2,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Nombre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"Mouse"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Precio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20.50m },</a:t>
            </a:r>
          </a:p>
          <a:p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s-E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s-E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= 3, Nombre = </a:t>
            </a:r>
            <a:r>
              <a:rPr lang="es-E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"Teclado"</a:t>
            </a: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Precio = 35.00m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Pasamos la lista a la vista ✅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04716963"/>
      </p:ext>
    </p:extLst>
  </p:cSld>
  <p:clrMapOvr>
    <a:masterClrMapping/>
  </p:clrMapOvr>
  <p:transition spd="med"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Controlador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72A35C-DF40-4936-8810-D97FA3424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4" y="1511960"/>
            <a:ext cx="10668000" cy="50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494"/>
      </p:ext>
    </p:extLst>
  </p:cSld>
  <p:clrMapOvr>
    <a:masterClrMapping/>
  </p:clrMapOvr>
  <p:transition spd="med"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Vista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7E0A4C-49F3-4930-AA43-A99A24FAC954}"/>
              </a:ext>
            </a:extLst>
          </p:cNvPr>
          <p:cNvSpPr txBox="1"/>
          <p:nvPr/>
        </p:nvSpPr>
        <p:spPr>
          <a:xfrm>
            <a:off x="570270" y="1533465"/>
            <a:ext cx="818043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@model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&lt;S1_P4.Models.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@{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s-E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s-E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ViewBag.Title</a:t>
            </a:r>
            <a:r>
              <a:rPr lang="es-E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s-E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"Lista de Productos"</a:t>
            </a:r>
            <a:r>
              <a:rPr lang="es-E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 de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Productos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</a:t>
            </a:r>
            <a:r>
              <a:rPr lang="it-IT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it-IT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(Model != </a:t>
            </a:r>
            <a:r>
              <a:rPr lang="it-IT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it-IT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Model.Any())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="table table-striped"&gt;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Nombre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Precio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sv-SE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</a:t>
            </a:r>
            <a:r>
              <a:rPr lang="sv-SE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sv-SE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sv-SE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sv-SE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item </a:t>
            </a:r>
            <a:r>
              <a:rPr lang="sv-SE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sv-SE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Model)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item.Id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item.Nombre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@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item.Precio.ToString(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s-E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s-E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s-E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s-E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s-E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 hay productos disponibles.</a:t>
            </a:r>
            <a:r>
              <a:rPr lang="es-E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s-E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s-E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s-E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95233038"/>
      </p:ext>
    </p:extLst>
  </p:cSld>
  <p:clrMapOvr>
    <a:masterClrMapping/>
  </p:clrMapOvr>
  <p:transition spd="med"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Vista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1B163A-1FCE-4F78-AC47-47624F3A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491" y="1716527"/>
            <a:ext cx="11228439" cy="521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44533"/>
      </p:ext>
    </p:extLst>
  </p:cSld>
  <p:clrMapOvr>
    <a:masterClrMapping/>
  </p:clrMapOvr>
  <p:transition spd="med">
    <p:pull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Ejecución</a:t>
            </a:r>
            <a:br>
              <a:rPr lang="es-ES" altLang="es-EC" dirty="0">
                <a:latin typeface="Corbel" panose="020B0503020204020204" pitchFamily="34" charset="0"/>
              </a:rPr>
            </a:br>
            <a:r>
              <a:rPr lang="es-ES" altLang="es-EC" sz="3600" dirty="0">
                <a:latin typeface="Corbel" panose="020B0503020204020204" pitchFamily="34" charset="0"/>
              </a:rPr>
              <a:t>https://localhost:xxxx/Productos</a:t>
            </a:r>
            <a:endParaRPr lang="es-ES" altLang="es-EC" dirty="0">
              <a:latin typeface="Corbel" panose="020B05030202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9FDF8F-53BF-4D57-B130-EB81585DB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84" y="1508772"/>
            <a:ext cx="10322780" cy="428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53459"/>
      </p:ext>
    </p:extLst>
  </p:cSld>
  <p:clrMapOvr>
    <a:masterClrMapping/>
  </p:clrMapOvr>
  <p:transition spd="med"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1D7517-B027-4AD1-9777-4914B7C4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ASP.NET (.NET Core)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62A0AF-9513-4603-BDBE-D688666F1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4" y="1315206"/>
            <a:ext cx="10146890" cy="55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49189"/>
      </p:ext>
    </p:extLst>
  </p:cSld>
  <p:clrMapOvr>
    <a:masterClrMapping/>
  </p:clrMapOvr>
  <p:transition spd="med">
    <p:pull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1D7517-B027-4AD1-9777-4914B7C4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ASP.NET (.NET Core)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052FF30-9272-4D42-8AE1-4BD7333DF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7" y="1426007"/>
            <a:ext cx="8720670" cy="52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53527"/>
      </p:ext>
    </p:extLst>
  </p:cSld>
  <p:clrMapOvr>
    <a:masterClrMapping/>
  </p:clrMapOvr>
  <p:transition spd="med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1D7517-B027-4AD1-9777-4914B7C4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ASP.NET (.NET Core)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2E5912-C9BA-46A1-8690-B80C29DE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53" y="1200277"/>
            <a:ext cx="9662997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28719"/>
      </p:ext>
    </p:extLst>
  </p:cSld>
  <p:clrMapOvr>
    <a:masterClrMapping/>
  </p:clrMapOvr>
  <p:transition spd="med"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1D7517-B027-4AD1-9777-4914B7C4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ASP.NET (.NET Core)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C32C6D-2AE0-45FD-85C1-B62AF3C6A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60" y="1302893"/>
            <a:ext cx="10156723" cy="502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29356"/>
      </p:ext>
    </p:extLst>
  </p:cSld>
  <p:clrMapOvr>
    <a:masterClrMapping/>
  </p:clrMapOvr>
  <p:transition spd="med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Ejecución</a:t>
            </a:r>
            <a:br>
              <a:rPr lang="es-ES" altLang="es-EC" dirty="0">
                <a:latin typeface="Corbel" panose="020B0503020204020204" pitchFamily="34" charset="0"/>
              </a:rPr>
            </a:br>
            <a:r>
              <a:rPr lang="es-ES" altLang="es-EC" sz="3600" dirty="0">
                <a:latin typeface="Corbel" panose="020B0503020204020204" pitchFamily="34" charset="0"/>
              </a:rPr>
              <a:t>https://localhost:xxxx/Productos</a:t>
            </a:r>
            <a:endParaRPr lang="es-ES" altLang="es-EC" dirty="0">
              <a:latin typeface="Corbel" panose="020B05030202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1233ED-A11A-482C-851B-E55212295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288"/>
            <a:ext cx="10819301" cy="458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4096"/>
      </p:ext>
    </p:extLst>
  </p:cSld>
  <p:clrMapOvr>
    <a:masterClrMapping/>
  </p:clrMapOvr>
  <p:transition spd="med">
    <p:pull dir="r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16" y="868382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Conclusiones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132CAF3-3C42-4BCC-87F0-BE82DCEE32DF}"/>
              </a:ext>
            </a:extLst>
          </p:cNvPr>
          <p:cNvGraphicFramePr/>
          <p:nvPr/>
        </p:nvGraphicFramePr>
        <p:xfrm>
          <a:off x="223935" y="1679510"/>
          <a:ext cx="9974425" cy="4310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3591020"/>
      </p:ext>
    </p:extLst>
  </p:cSld>
  <p:clrMapOvr>
    <a:masterClrMapping/>
  </p:clrMapOvr>
  <p:transition spd="med">
    <p:pull dir="r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BA46E75B-83E9-4451-AAD5-23B72C0B4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4094" y="401851"/>
            <a:ext cx="9815240" cy="53990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altLang="es-EC" dirty="0">
                <a:latin typeface="Corbel" panose="020B0503020204020204" pitchFamily="34" charset="0"/>
              </a:rPr>
              <a:t>Bibliografía</a:t>
            </a:r>
          </a:p>
        </p:txBody>
      </p:sp>
      <p:graphicFrame>
        <p:nvGraphicFramePr>
          <p:cNvPr id="9" name="Marcador de contenido 3">
            <a:extLst>
              <a:ext uri="{FF2B5EF4-FFF2-40B4-BE49-F238E27FC236}">
                <a16:creationId xmlns:a16="http://schemas.microsoft.com/office/drawing/2014/main" id="{39029CE5-BF4B-4FF0-B796-725B44E16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780310"/>
              </p:ext>
            </p:extLst>
          </p:nvPr>
        </p:nvGraphicFramePr>
        <p:xfrm>
          <a:off x="1105677" y="1151978"/>
          <a:ext cx="8892074" cy="4922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292169"/>
      </p:ext>
    </p:extLst>
  </p:cSld>
  <p:clrMapOvr>
    <a:masterClrMapping/>
  </p:clrMapOvr>
  <p:transition spd="med">
    <p:pull dir="ru"/>
  </p:transition>
</p:sld>
</file>

<file path=ppt/theme/theme1.xml><?xml version="1.0" encoding="utf-8"?>
<a:theme xmlns:a="http://schemas.openxmlformats.org/drawingml/2006/main" name="2023_TempleteUDLA_FI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TempleteUDLA_FICA.potx" id="{2DA5C6AE-D321-4B51-B660-9923879239D3}" vid="{1B4670C1-BED1-4A23-BE73-4D9542EEDC5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2023_TempleteUDLA_FICA</Template>
  <TotalTime>4926</TotalTime>
  <Words>1127</Words>
  <Application>Microsoft Office PowerPoint</Application>
  <PresentationFormat>Panorámica</PresentationFormat>
  <Paragraphs>183</Paragraphs>
  <Slides>28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Cascadia Mono</vt:lpstr>
      <vt:lpstr>Corbel</vt:lpstr>
      <vt:lpstr>Wingdings 2</vt:lpstr>
      <vt:lpstr>2023_TempleteUDLA_FICA</vt:lpstr>
      <vt:lpstr>Programación 4  Unidad 1: Fundamentos de programación de aplicaciones web MVC</vt:lpstr>
      <vt:lpstr>Aprender MVC no es solo programar aplicaciones web, es construir la base para crear soluciones escalables, organizadas y capaces de transformar ideas en realidades digitales</vt:lpstr>
      <vt:lpstr>Tema (s) a tratar:</vt:lpstr>
      <vt:lpstr>Objetivos de la clase</vt:lpstr>
      <vt:lpstr>Metodología</vt:lpstr>
      <vt:lpstr>Resultados de Aprendizaje</vt:lpstr>
      <vt:lpstr>¿Qué es la Programación Web?</vt:lpstr>
      <vt:lpstr>Modelo MVC en Aplicaciones Web</vt:lpstr>
      <vt:lpstr>Modelo MVC en Aplicaciones Web</vt:lpstr>
      <vt:lpstr>Tecnologías Fundamentales en Programación Web</vt:lpstr>
      <vt:lpstr>Ventajas de usar MVC en Programación Web</vt:lpstr>
      <vt:lpstr>Creación de Proyecto  </vt:lpstr>
      <vt:lpstr>ASP.NET (.NET Framework)</vt:lpstr>
      <vt:lpstr>MVC</vt:lpstr>
      <vt:lpstr>Modelo</vt:lpstr>
      <vt:lpstr>Modelo</vt:lpstr>
      <vt:lpstr>Controlador</vt:lpstr>
      <vt:lpstr>Controlador</vt:lpstr>
      <vt:lpstr>Vista</vt:lpstr>
      <vt:lpstr>Vista</vt:lpstr>
      <vt:lpstr>Ejecución https://localhost:xxxx/Productos</vt:lpstr>
      <vt:lpstr>ASP.NET (.NET Core)</vt:lpstr>
      <vt:lpstr>ASP.NET (.NET Core)</vt:lpstr>
      <vt:lpstr>ASP.NET (.NET Core)</vt:lpstr>
      <vt:lpstr>ASP.NET (.NET Core)</vt:lpstr>
      <vt:lpstr>Ejecución https://localhost:xxxx/Productos</vt:lpstr>
      <vt:lpstr>Conclusiones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CLASE</dc:title>
  <dc:creator>Ana María Pazmiño Delgado</dc:creator>
  <cp:lastModifiedBy>Luis Fernando Aguas Bucheli</cp:lastModifiedBy>
  <cp:revision>75</cp:revision>
  <dcterms:created xsi:type="dcterms:W3CDTF">2022-12-09T22:39:48Z</dcterms:created>
  <dcterms:modified xsi:type="dcterms:W3CDTF">2025-08-18T19:29:28Z</dcterms:modified>
</cp:coreProperties>
</file>